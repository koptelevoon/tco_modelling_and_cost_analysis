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ms-office.chartcolorstyle+xml" PartName="/ppt/charts/colors5.xml"/>
  <Override ContentType="application/vnd.ms-office.chartcolorstyle+xml" PartName="/ppt/charts/colors6.xml"/>
  <Override ContentType="application/vnd.ms-office.chartcolorstyle+xml" PartName="/ppt/charts/colors4.xml"/>
  <Override ContentType="application/vnd.ms-office.chartcolorstyle+xml" PartName="/ppt/charts/colors1.xml"/>
  <Override ContentType="application/vnd.ms-office.chartcolorstyle+xml" PartName="/ppt/charts/colors2.xml"/>
  <Override ContentType="application/vnd.ms-office.chartcolorstyle+xml" PartName="/ppt/charts/colors3.xml"/>
  <Override ContentType="application/vnd.ms-office.chartcolorstyle+xml" PartName="/ppt/charts/colors8.xml"/>
  <Override ContentType="application/vnd.ms-office.chartcolorstyle+xml" PartName="/ppt/charts/colors7.xml"/>
  <Override ContentType="application/vnd.ms-office.chartcolorstyle+xml" PartName="/ppt/charts/colors10.xml"/>
  <Override ContentType="application/vnd.ms-office.chartcolorstyle+xml" PartName="/ppt/charts/colors9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drawingml.chart+xml" PartName="/ppt/charts/chart3.xml"/>
  <Override ContentType="application/vnd.openxmlformats-officedocument.drawingml.chart+xml" PartName="/ppt/charts/chart8.xml"/>
  <Override ContentType="application/vnd.openxmlformats-officedocument.drawingml.chart+xml" PartName="/ppt/charts/chart9.xml"/>
  <Override ContentType="application/vnd.openxmlformats-officedocument.drawingml.chart+xml" PartName="/ppt/charts/chart2.xml"/>
  <Override ContentType="application/vnd.openxmlformats-officedocument.drawingml.chart+xml" PartName="/ppt/charts/chart7.xml"/>
  <Override ContentType="application/vnd.openxmlformats-officedocument.drawingml.chart+xml" PartName="/ppt/charts/chart5.xml"/>
  <Override ContentType="application/vnd.openxmlformats-officedocument.drawingml.chart+xml" PartName="/ppt/charts/chart4.xml"/>
  <Override ContentType="application/vnd.openxmlformats-officedocument.drawingml.chart+xml" PartName="/ppt/charts/chart6.xml"/>
  <Override ContentType="application/vnd.openxmlformats-officedocument.drawingml.chart+xml" PartName="/ppt/charts/chart1.xml"/>
  <Override ContentType="application/vnd.openxmlformats-officedocument.drawingml.chart+xml" PartName="/ppt/charts/chart10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binary" PartName="/ppt/metadata"/>
  <Override ContentType="application/vnd.openxmlformats-officedocument.presentationml.notesMaster+xml" PartName="/ppt/notesMasters/notesMaster1.xml"/>
  <Override ContentType="application/vnd.ms-office.chartstyle+xml" PartName="/ppt/charts/style9.xml"/>
  <Override ContentType="application/vnd.ms-office.chartstyle+xml" PartName="/ppt/charts/style3.xml"/>
  <Override ContentType="application/vnd.ms-office.chartstyle+xml" PartName="/ppt/charts/style4.xml"/>
  <Override ContentType="application/vnd.ms-office.chartstyle+xml" PartName="/ppt/charts/style10.xml"/>
  <Override ContentType="application/vnd.ms-office.chartstyle+xml" PartName="/ppt/charts/style5.xml"/>
  <Override ContentType="application/vnd.ms-office.chartstyle+xml" PartName="/ppt/charts/style7.xml"/>
  <Override ContentType="application/vnd.ms-office.chartstyle+xml" PartName="/ppt/charts/style8.xml"/>
  <Override ContentType="application/vnd.ms-office.chartstyle+xml" PartName="/ppt/charts/style1.xml"/>
  <Override ContentType="application/vnd.ms-office.chartstyle+xml" PartName="/ppt/charts/style6.xml"/>
  <Override ContentType="application/vnd.ms-office.chartstyle+xml" PartName="/ppt/charts/style2.xml"/>
  <Override ContentType="application/vnd.openxmlformats-officedocument.presentationml.presProps+xml" PartName="/ppt/pres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6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y="6858000" cx="12192000"/>
  <p:notesSz cx="6858000" cy="9144000"/>
  <p:embeddedFontLst>
    <p:embeddedFont>
      <p:font typeface="Lustria"/>
      <p:regular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7" roundtripDataSignature="AMtx7mhbbcMypMElxkNV5wqlh8yojnpKs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FC2594C-5356-4B1A-BDB9-C23C8C06D5B2}">
  <a:tblStyle styleId="{CFC2594C-5356-4B1A-BDB9-C23C8C06D5B2}" styleName="Table_0">
    <a:wholeTbl>
      <a:tcTxStyle b="off" i="off">
        <a:font>
          <a:latin typeface="Calisto MT"/>
          <a:ea typeface="Calisto MT"/>
          <a:cs typeface="Calisto MT"/>
        </a:font>
        <a:schemeClr val="dk1"/>
      </a:tcTxStyle>
      <a:tcStyle>
        <a:tcBdr>
          <a:left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fill>
          <a:solidFill>
            <a:schemeClr val="accent6">
              <a:alpha val="40000"/>
            </a:schemeClr>
          </a:solidFill>
        </a:fill>
      </a:tcStyle>
    </a:band1H>
    <a:band2H>
      <a:tcTxStyle/>
    </a:band2H>
    <a:band1V>
      <a:tcTxStyle/>
      <a:tcStyle>
        <a:tcBdr>
          <a:top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TxStyle/>
    </a:band2V>
    <a:lastCol>
      <a:tcTxStyle b="on" i="off"/>
      <a:tcStyle>
        <a:tcBdr>
          <a:left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lastCol>
    <a:firstCol>
      <a:tcTxStyle b="on" i="off"/>
      <a:tcStyle>
        <a:tcBdr>
          <a:left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firstCol>
    <a:lastRow>
      <a:tcTxStyle b="on" i="off"/>
      <a:tcStyle>
        <a:tcBdr>
          <a:left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sto MT"/>
          <a:ea typeface="Calisto MT"/>
          <a:cs typeface="Calisto MT"/>
        </a:font>
        <a:schemeClr val="lt1"/>
      </a:tcTxStyle>
      <a:tcStyle>
        <a:tcBdr>
          <a:left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chemeClr val="accent6"/>
          </a:solidFill>
        </a:fill>
      </a:tcStyle>
    </a:firstRow>
    <a:neCell>
      <a:tcTxStyle/>
    </a:neCell>
    <a:nwCell>
      <a:tcTxStyle/>
    </a:nwCell>
  </a:tblStyle>
  <a:tblStyle styleId="{4AD8F948-CC31-43A8-A64F-1A8423EE7EFF}" styleName="Table_1">
    <a:wholeTbl>
      <a:tcTxStyle b="off" i="off">
        <a:font>
          <a:latin typeface="Calisto MT"/>
          <a:ea typeface="Calisto MT"/>
          <a:cs typeface="Calisto MT"/>
        </a:font>
        <a:schemeClr val="lt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22" Type="http://schemas.openxmlformats.org/officeDocument/2006/relationships/slide" Target="slides/slide16.xml"/><Relationship Id="rId44" Type="http://schemas.openxmlformats.org/officeDocument/2006/relationships/slide" Target="slides/slide38.xml"/><Relationship Id="rId21" Type="http://schemas.openxmlformats.org/officeDocument/2006/relationships/slide" Target="slides/slide15.xml"/><Relationship Id="rId43" Type="http://schemas.openxmlformats.org/officeDocument/2006/relationships/slide" Target="slides/slide37.xml"/><Relationship Id="rId24" Type="http://schemas.openxmlformats.org/officeDocument/2006/relationships/slide" Target="slides/slide18.xml"/><Relationship Id="rId46" Type="http://schemas.openxmlformats.org/officeDocument/2006/relationships/font" Target="fonts/Lustria-regular.fntdata"/><Relationship Id="rId23" Type="http://schemas.openxmlformats.org/officeDocument/2006/relationships/slide" Target="slides/slide17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47" Type="http://customschemas.google.com/relationships/presentationmetadata" Target="meta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charts/_rels/chart1.xml.rels><?xml version="1.0" encoding="UTF-8" standalone="yes"?>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oleObject" Target="https://d.docs.live.net/be4e7c363be8a751/Ocean%20Grazer/notities/installation%20graphs.xlsx" TargetMode="External"/></Relationships>
</file>

<file path=ppt/charts/_rels/chart2.xml.rels><?xml version="1.0" encoding="UTF-8" standalone="yes"?>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oleObject" Target="https://d.docs.live.net/be4e7c363be8a751/Ocean%20Grazer/notities/installation%20graphs.xlsx" TargetMode="External"/></Relationships>
</file>

<file path=ppt/charts/_rels/chart3.xml.rels><?xml version="1.0" encoding="UTF-8" standalone="yes"?>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oleObject" Target="https://d.docs.live.net/be4e7c363be8a751/Ocean%20Grazer/notities/installation%20graphs.xlsx" TargetMode="External"/></Relationships>
</file>

<file path=ppt/charts/_rels/chart4.xml.rels><?xml version="1.0" encoding="UTF-8" standalone="yes"?>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Relationship Id="rId3" Type="http://schemas.openxmlformats.org/officeDocument/2006/relationships/oleObject" Target="https://d.docs.live.net/be4e7c363be8a751/Ocean%20Grazer/notities/installation%20graphs.xlsx" TargetMode="External"/></Relationships>
</file>

<file path=ppt/charts/_rels/chart5.xml.rels><?xml version="1.0" encoding="UTF-8" standalone="yes"?><Relationships xmlns="http://schemas.openxmlformats.org/package/2006/relationships"><Relationship Id="rId1" Type="http://schemas.microsoft.com/office/2011/relationships/chartStyle" Target="style5.xml"/><Relationship Id="rId2" Type="http://schemas.microsoft.com/office/2011/relationships/chartColorStyle" Target="colors5.xml"/><Relationship Id="rId3" Type="http://schemas.openxmlformats.org/officeDocument/2006/relationships/oleObject" Target="https://d.docs.live.net/be4e7c363be8a751/Ocean%20Grazer/notities/installation%20graphs.xlsx" TargetMode="External"/></Relationships>
</file>

<file path=ppt/charts/_rels/chart6.xml.rels><?xml version="1.0" encoding="UTF-8" standalone="yes"?><Relationships xmlns="http://schemas.openxmlformats.org/package/2006/relationships"><Relationship Id="rId1" Type="http://schemas.microsoft.com/office/2011/relationships/chartStyle" Target="style6.xml"/><Relationship Id="rId2" Type="http://schemas.microsoft.com/office/2011/relationships/chartColorStyle" Target="colors6.xml"/><Relationship Id="rId3" Type="http://schemas.openxmlformats.org/officeDocument/2006/relationships/oleObject" Target="https://d.docs.live.net/be4e7c363be8a751/Ocean%20Grazer/Verslag%20en%20model/Model.xlsx" TargetMode="External"/></Relationships>
</file>

<file path=ppt/charts/_rels/chart7.xml.rels><?xml version="1.0" encoding="UTF-8" standalone="yes"?><Relationships xmlns="http://schemas.openxmlformats.org/package/2006/relationships"><Relationship Id="rId1" Type="http://schemas.microsoft.com/office/2011/relationships/chartStyle" Target="style7.xml"/><Relationship Id="rId2" Type="http://schemas.microsoft.com/office/2011/relationships/chartColorStyle" Target="colors7.xml"/><Relationship Id="rId3" Type="http://schemas.openxmlformats.org/officeDocument/2006/relationships/oleObject" Target="https://d.docs.live.net/be4e7c363be8a751/Ocean%20Grazer/Verslag%20en%20model/Model.xlsx" TargetMode="External"/></Relationships>
</file>

<file path=ppt/charts/_rels/chart8.xml.rels><?xml version="1.0" encoding="UTF-8" standalone="yes"?><Relationships xmlns="http://schemas.openxmlformats.org/package/2006/relationships"><Relationship Id="rId1" Type="http://schemas.microsoft.com/office/2011/relationships/chartStyle" Target="style8.xml"/><Relationship Id="rId2" Type="http://schemas.microsoft.com/office/2011/relationships/chartColorStyle" Target="colors8.xml"/><Relationship Id="rId3" Type="http://schemas.openxmlformats.org/officeDocument/2006/relationships/oleObject" Target="https://d.docs.live.net/be4e7c363be8a751/Ocean%20Grazer/Verslag%20en%20model/Model.xlsx" TargetMode="External"/></Relationships>
</file>

<file path=ppt/charts/_rels/chart9.xml.rels><?xml version="1.0" encoding="UTF-8" standalone="yes"?><Relationships xmlns="http://schemas.openxmlformats.org/package/2006/relationships"><Relationship Id="rId1" Type="http://schemas.microsoft.com/office/2011/relationships/chartStyle" Target="style9.xml"/><Relationship Id="rId2" Type="http://schemas.microsoft.com/office/2011/relationships/chartColorStyle" Target="colors9.xml"/><Relationship Id="rId3" Type="http://schemas.openxmlformats.org/officeDocument/2006/relationships/oleObject" Target="https://d.docs.live.net/be4e7c363be8a751/Ocean%20Grazer/Verslag%20en%20model/Model.xlsx" TargetMode="External"/></Relationships>
</file>

<file path=ppt/charts/_rels/chart10.xml.rels><?xml version="1.0" encoding="UTF-8" standalone="yes"?><Relationships xmlns="http://schemas.openxmlformats.org/package/2006/relationships"><Relationship Id="rId1" Type="http://schemas.microsoft.com/office/2011/relationships/chartStyle" Target="style10.xml"/><Relationship Id="rId2" Type="http://schemas.microsoft.com/office/2011/relationships/chartColorStyle" Target="colors10.xml"/><Relationship Id="rId3" Type="http://schemas.openxmlformats.org/officeDocument/2006/relationships/oleObject" Target="https://d.docs.live.net/be4e7c363be8a751/Ocean%20Grazer/Verslag%20en%20model/Model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/>
              <a:t>Dredging and seabed preparation cost, single unit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Economies of scale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'[installation graphs.xlsx]Sheet1'!$A$3:$A$6</c:f>
              <c:numCache>
                <c:formatCode>General</c:formatCode>
                <c:ptCount val="4"/>
                <c:pt idx="0">
                  <c:v>1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</c:numCache>
            </c:numRef>
          </c:cat>
          <c:val>
            <c:numRef>
              <c:f>'[installation graphs.xlsx]Sheet1'!$B$3:$B$6</c:f>
              <c:numCache>
                <c:formatCode>"€"\ #,##0.00</c:formatCode>
                <c:ptCount val="4"/>
                <c:pt idx="0">
                  <c:v>438000</c:v>
                </c:pt>
                <c:pt idx="1">
                  <c:v>118000</c:v>
                </c:pt>
                <c:pt idx="2">
                  <c:v>88000</c:v>
                </c:pt>
                <c:pt idx="3">
                  <c:v>78000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C59-4D2E-8688-73471A966B6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5"/>
        <c:overlap val="-25"/>
        <c:axId val="498004184"/>
        <c:axId val="498002872"/>
      </c:barChart>
      <c:catAx>
        <c:axId val="4980041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98002872"/>
        <c:crosses val="autoZero"/>
        <c:auto val="1"/>
        <c:lblAlgn val="ctr"/>
        <c:lblOffset val="100"/>
        <c:noMultiLvlLbl val="0"/>
      </c:catAx>
      <c:valAx>
        <c:axId val="4980028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&quot;€&quot;\ #,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980041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Pouring cost, single unit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Economies of scale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'[installation graphs.xlsx]Sheet1'!$A$20:$A$23</c:f>
              <c:numCache>
                <c:formatCode>General</c:formatCode>
                <c:ptCount val="4"/>
                <c:pt idx="0">
                  <c:v>1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</c:numCache>
            </c:numRef>
          </c:cat>
          <c:val>
            <c:numRef>
              <c:f>'[installation graphs.xlsx]Sheet1'!$B$20:$B$23</c:f>
              <c:numCache>
                <c:formatCode>"€"\ #,##0.00</c:formatCode>
                <c:ptCount val="4"/>
                <c:pt idx="0">
                  <c:v>240000</c:v>
                </c:pt>
                <c:pt idx="1">
                  <c:v>48000</c:v>
                </c:pt>
                <c:pt idx="2">
                  <c:v>30000</c:v>
                </c:pt>
                <c:pt idx="3">
                  <c:v>24000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414-4B29-A128-AAF63962653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5"/>
        <c:overlap val="-25"/>
        <c:axId val="806008688"/>
        <c:axId val="806009016"/>
      </c:barChart>
      <c:catAx>
        <c:axId val="8060086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06009016"/>
        <c:crosses val="autoZero"/>
        <c:auto val="1"/>
        <c:lblAlgn val="ctr"/>
        <c:lblOffset val="100"/>
        <c:noMultiLvlLbl val="0"/>
      </c:catAx>
      <c:valAx>
        <c:axId val="806009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&quot;€&quot;\ #,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0600868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/>
              <a:t>Flexible bladder installation cost, single unit (tug vessels)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Economies of scale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Sheet1!$A$29:$A$32</c:f>
              <c:numCache>
                <c:formatCode>General</c:formatCode>
                <c:ptCount val="4"/>
                <c:pt idx="0">
                  <c:v>1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</c:numCache>
            </c:numRef>
          </c:cat>
          <c:val>
            <c:numRef>
              <c:f>Sheet1!$B$29:$B$32</c:f>
              <c:numCache>
                <c:formatCode>"€"\ #,##0.00</c:formatCode>
                <c:ptCount val="4"/>
                <c:pt idx="0">
                  <c:v>40000</c:v>
                </c:pt>
                <c:pt idx="1">
                  <c:v>16000</c:v>
                </c:pt>
                <c:pt idx="2">
                  <c:v>16000</c:v>
                </c:pt>
                <c:pt idx="3">
                  <c:v>13333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307-48BA-8A9D-9337B094512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5"/>
        <c:overlap val="-25"/>
        <c:axId val="140850128"/>
        <c:axId val="140852096"/>
      </c:barChart>
      <c:catAx>
        <c:axId val="1408501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0852096"/>
        <c:crosses val="autoZero"/>
        <c:auto val="1"/>
        <c:lblAlgn val="ctr"/>
        <c:lblOffset val="100"/>
        <c:noMultiLvlLbl val="0"/>
      </c:catAx>
      <c:valAx>
        <c:axId val="1408520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&quot;€&quot;\ #,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08501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/>
              <a:t>Flexible</a:t>
            </a:r>
            <a:r>
              <a:rPr lang="en-GB" baseline="0"/>
              <a:t> bladder installation cost, single unit (dive support vessels)</a:t>
            </a:r>
            <a:endParaRPr lang="en-GB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Economies of scale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Sheet1!$C$29:$C$32</c:f>
              <c:numCache>
                <c:formatCode>General</c:formatCode>
                <c:ptCount val="4"/>
                <c:pt idx="0">
                  <c:v>1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</c:numCache>
            </c:numRef>
          </c:cat>
          <c:val>
            <c:numRef>
              <c:f>Sheet1!$D$29:$D$32</c:f>
              <c:numCache>
                <c:formatCode>"€"\ #,##0.00</c:formatCode>
                <c:ptCount val="4"/>
                <c:pt idx="0">
                  <c:v>35000</c:v>
                </c:pt>
                <c:pt idx="1">
                  <c:v>7000</c:v>
                </c:pt>
                <c:pt idx="2">
                  <c:v>7000</c:v>
                </c:pt>
                <c:pt idx="3">
                  <c:v>7000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EC7-4C15-A207-EEAB8D5A6FA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5"/>
        <c:overlap val="-25"/>
        <c:axId val="773595192"/>
        <c:axId val="773602408"/>
      </c:barChart>
      <c:catAx>
        <c:axId val="7735951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73602408"/>
        <c:crosses val="autoZero"/>
        <c:auto val="1"/>
        <c:lblAlgn val="ctr"/>
        <c:lblOffset val="100"/>
        <c:noMultiLvlLbl val="0"/>
      </c:catAx>
      <c:valAx>
        <c:axId val="7736024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&quot;€&quot;\ #,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735951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/>
              <a:t>Ballast stone placement cost, single unit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Economies of scale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Sheet1!$A$37:$A$42</c:f>
              <c:numCache>
                <c:formatCode>General</c:formatCode>
                <c:ptCount val="6"/>
                <c:pt idx="0">
                  <c:v>1</c:v>
                </c:pt>
                <c:pt idx="1">
                  <c:v>4</c:v>
                </c:pt>
                <c:pt idx="2">
                  <c:v>7</c:v>
                </c:pt>
                <c:pt idx="3">
                  <c:v>10</c:v>
                </c:pt>
                <c:pt idx="4">
                  <c:v>13</c:v>
                </c:pt>
                <c:pt idx="5">
                  <c:v>16</c:v>
                </c:pt>
              </c:numCache>
            </c:numRef>
          </c:cat>
          <c:val>
            <c:numRef>
              <c:f>Sheet1!$B$37:$B$42</c:f>
              <c:numCache>
                <c:formatCode>"€"\ #,##0.00</c:formatCode>
                <c:ptCount val="6"/>
                <c:pt idx="0">
                  <c:v>355833</c:v>
                </c:pt>
                <c:pt idx="1">
                  <c:v>100867</c:v>
                </c:pt>
                <c:pt idx="2">
                  <c:v>64444</c:v>
                </c:pt>
                <c:pt idx="3">
                  <c:v>83869</c:v>
                </c:pt>
                <c:pt idx="4">
                  <c:v>68179</c:v>
                </c:pt>
                <c:pt idx="5">
                  <c:v>57754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5AA-4BE0-9DA6-AACF5972006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5"/>
        <c:overlap val="-25"/>
        <c:axId val="883915064"/>
        <c:axId val="883915392"/>
      </c:barChart>
      <c:catAx>
        <c:axId val="8839150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83915392"/>
        <c:crosses val="autoZero"/>
        <c:auto val="1"/>
        <c:lblAlgn val="ctr"/>
        <c:lblOffset val="100"/>
        <c:noMultiLvlLbl val="0"/>
      </c:catAx>
      <c:valAx>
        <c:axId val="8839153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&quot;€&quot;\ #,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8391506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nl-NL"/>
              <a:t>Total installation cost (absolute</a:t>
            </a:r>
            <a:r>
              <a:rPr lang="nl-NL" baseline="0"/>
              <a:t> amounts)</a:t>
            </a:r>
            <a:endParaRPr lang="nl-NL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ED3F-4B51-B5CB-112BE4A8CE90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ED3F-4B51-B5CB-112BE4A8CE90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ED3F-4B51-B5CB-112BE4A8CE90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ED3F-4B51-B5CB-112BE4A8CE90}"/>
              </c:ext>
            </c:extLst>
          </c:dPt>
          <c:val>
            <c:numRef>
              <c:f>'[Model.xlsx]Installation &amp; Commissioning'!$E$29,'[Model.xlsx]Installation &amp; Commissioning'!$E$52,'[Model.xlsx]Installation &amp; Commissioning'!$E$66,'[Model.xlsx]Installation &amp; Commissioning'!$E$85,'[Model.xlsx]Installation &amp; Commissioning'!$E$102</c:f>
              <c:numCache>
                <c:formatCode>"€"\ #,##0.00</c:formatCode>
                <c:ptCount val="5"/>
                <c:pt idx="0">
                  <c:v>438000</c:v>
                </c:pt>
                <c:pt idx="1">
                  <c:v>40000</c:v>
                </c:pt>
                <c:pt idx="2">
                  <c:v>240000</c:v>
                </c:pt>
                <c:pt idx="3">
                  <c:v>35000</c:v>
                </c:pt>
                <c:pt idx="4">
                  <c:v>355833.33333333331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D3F-4B51-B5CB-112BE4A8CE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011919439"/>
        <c:axId val="2011921103"/>
      </c:barChart>
      <c:catAx>
        <c:axId val="20119194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11921103"/>
        <c:crosses val="autoZero"/>
        <c:auto val="1"/>
        <c:lblAlgn val="ctr"/>
        <c:lblOffset val="100"/>
        <c:noMultiLvlLbl val="0"/>
      </c:catAx>
      <c:valAx>
        <c:axId val="20119211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&quot;€&quot;\ #,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1191943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nl-NL"/>
              <a:t>Total installation cost (relative amounts)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9ACD-4B30-B0A2-EBCC5E2F39F7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9ACD-4B30-B0A2-EBCC5E2F39F7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9ACD-4B30-B0A2-EBCC5E2F39F7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9ACD-4B30-B0A2-EBCC5E2F39F7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9ACD-4B30-B0A2-EBCC5E2F39F7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val>
            <c:numRef>
              <c:f>'[Model.xlsx]Installation &amp; Commissioning'!$E$29,'[Model.xlsx]Installation &amp; Commissioning'!$E$52,'[Model.xlsx]Installation &amp; Commissioning'!$E$66,'[Model.xlsx]Installation &amp; Commissioning'!$E$85,'[Model.xlsx]Installation &amp; Commissioning'!$E$102</c:f>
              <c:numCache>
                <c:formatCode>"€"\ #,##0.00</c:formatCode>
                <c:ptCount val="5"/>
                <c:pt idx="0">
                  <c:v>438000</c:v>
                </c:pt>
                <c:pt idx="1">
                  <c:v>40000</c:v>
                </c:pt>
                <c:pt idx="2">
                  <c:v>240000</c:v>
                </c:pt>
                <c:pt idx="3">
                  <c:v>35000</c:v>
                </c:pt>
                <c:pt idx="4">
                  <c:v>355833.33333333331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9ACD-4B30-B0A2-EBCC5E2F39F7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rtl="0"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nl-NL"/>
              <a:t>Total installation cost (absolute</a:t>
            </a:r>
            <a:r>
              <a:rPr lang="nl-NL" baseline="0"/>
              <a:t> amounts)</a:t>
            </a:r>
            <a:endParaRPr lang="nl-NL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159-4044-A5B7-8B5D639E0E76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159-4044-A5B7-8B5D639E0E76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4159-4044-A5B7-8B5D639E0E76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4159-4044-A5B7-8B5D639E0E76}"/>
              </c:ext>
            </c:extLst>
          </c:dPt>
          <c:val>
            <c:numRef>
              <c:f>'[Model.xlsx]Installation &amp; Commissioning'!$E$29,'[Model.xlsx]Installation &amp; Commissioning'!$E$52,'[Model.xlsx]Installation &amp; Commissioning'!$E$66,'[Model.xlsx]Installation &amp; Commissioning'!$E$85,'[Model.xlsx]Installation &amp; Commissioning'!$E$102</c:f>
              <c:numCache>
                <c:formatCode>"€"\ #,##0.00</c:formatCode>
                <c:ptCount val="5"/>
                <c:pt idx="0">
                  <c:v>38000</c:v>
                </c:pt>
                <c:pt idx="1">
                  <c:v>40000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4159-4044-A5B7-8B5D639E0E7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011919439"/>
        <c:axId val="2011921103"/>
      </c:barChart>
      <c:catAx>
        <c:axId val="20119194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11921103"/>
        <c:crosses val="autoZero"/>
        <c:auto val="1"/>
        <c:lblAlgn val="ctr"/>
        <c:lblOffset val="100"/>
        <c:noMultiLvlLbl val="0"/>
      </c:catAx>
      <c:valAx>
        <c:axId val="20119211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&quot;€&quot;\ #,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1191943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nl-NL"/>
              <a:t>Total installation cost (relative amounts)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BCC-4188-92CC-EB32A913C2B0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CBCC-4188-92CC-EB32A913C2B0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CBCC-4188-92CC-EB32A913C2B0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CBCC-4188-92CC-EB32A913C2B0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CBCC-4188-92CC-EB32A913C2B0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val>
            <c:numRef>
              <c:f>'[Model.xlsx]Installation &amp; Commissioning'!$E$29,'[Model.xlsx]Installation &amp; Commissioning'!$E$52,'[Model.xlsx]Installation &amp; Commissioning'!$E$66,'[Model.xlsx]Installation &amp; Commissioning'!$E$85,'[Model.xlsx]Installation &amp; Commissioning'!$E$102</c:f>
              <c:numCache>
                <c:formatCode>"€"\ #,##0.00</c:formatCode>
                <c:ptCount val="5"/>
                <c:pt idx="0">
                  <c:v>38000</c:v>
                </c:pt>
                <c:pt idx="1">
                  <c:v>40000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CBCC-4188-92CC-EB32A913C2B0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rtl="0"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/>
              <a:t>Total maintenance cost for</a:t>
            </a:r>
            <a:r>
              <a:rPr lang="en-GB" baseline="0"/>
              <a:t> each sub component</a:t>
            </a:r>
            <a:endParaRPr lang="en-GB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Subcomponents</c:v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val>
            <c:numRef>
              <c:f>'[Model.xlsx]Operation &amp; Maintenance'!$E$54:$E$59,'[Model.xlsx]Operation &amp; Maintenance'!$E$62,'[Model.xlsx]Operation &amp; Maintenance'!$E$63</c:f>
              <c:numCache>
                <c:formatCode>"€"\ #,##0.00</c:formatCode>
                <c:ptCount val="8"/>
                <c:pt idx="0">
                  <c:v>5814.61</c:v>
                </c:pt>
                <c:pt idx="1">
                  <c:v>1019.0100000000001</c:v>
                </c:pt>
                <c:pt idx="2">
                  <c:v>142.96</c:v>
                </c:pt>
                <c:pt idx="3">
                  <c:v>142.96</c:v>
                </c:pt>
                <c:pt idx="4">
                  <c:v>1742.96</c:v>
                </c:pt>
                <c:pt idx="5">
                  <c:v>204.16000000000003</c:v>
                </c:pt>
                <c:pt idx="6">
                  <c:v>1313.6005517241381</c:v>
                </c:pt>
                <c:pt idx="7">
                  <c:v>1175.9730000000002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348-4C84-B4AE-BF87342187B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5"/>
        <c:overlap val="-25"/>
        <c:axId val="498258544"/>
        <c:axId val="498261824"/>
      </c:barChart>
      <c:catAx>
        <c:axId val="4982585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98261824"/>
        <c:crosses val="autoZero"/>
        <c:auto val="1"/>
        <c:lblAlgn val="ctr"/>
        <c:lblOffset val="100"/>
        <c:noMultiLvlLbl val="0"/>
      </c:catAx>
      <c:valAx>
        <c:axId val="4982618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&quot;€&quot;\ #,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982585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acrossLinear" id="2">
  <a:schemeClr val="accent1"/>
  <a:schemeClr val="accent2"/>
  <a:schemeClr val="accent3"/>
  <a:schemeClr val="accent4"/>
  <a:schemeClr val="accent5"/>
  <a:schemeClr val="accent6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acrossLinear" id="2">
  <a:schemeClr val="accent1"/>
  <a:schemeClr val="accent2"/>
  <a:schemeClr val="accent3"/>
  <a:schemeClr val="accent4"/>
  <a:schemeClr val="accent5"/>
  <a:schemeClr val="accent6"/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3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4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2"/>
          <p:cNvSpPr txBox="1"/>
          <p:nvPr>
            <p:ph type="ctrTitle"/>
          </p:nvPr>
        </p:nvSpPr>
        <p:spPr>
          <a:xfrm>
            <a:off x="1370693" y="1769540"/>
            <a:ext cx="9440034" cy="1828801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400"/>
              <a:buFont typeface="Lustria"/>
              <a:buNone/>
              <a:defRPr sz="5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42"/>
          <p:cNvSpPr txBox="1"/>
          <p:nvPr>
            <p:ph idx="1" type="subTitle"/>
          </p:nvPr>
        </p:nvSpPr>
        <p:spPr>
          <a:xfrm>
            <a:off x="1370693" y="3598339"/>
            <a:ext cx="9440034" cy="1049867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4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SzPts val="126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SzPts val="98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SzPts val="98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600"/>
              </a:spcBef>
              <a:spcAft>
                <a:spcPts val="0"/>
              </a:spcAft>
              <a:buSzPts val="98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600"/>
              </a:spcBef>
              <a:spcAft>
                <a:spcPts val="0"/>
              </a:spcAft>
              <a:buSzPts val="98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600"/>
              </a:spcBef>
              <a:spcAft>
                <a:spcPts val="0"/>
              </a:spcAft>
              <a:buSzPts val="98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600"/>
              </a:spcBef>
              <a:spcAft>
                <a:spcPts val="600"/>
              </a:spcAft>
              <a:buSzPts val="98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42"/>
          <p:cNvSpPr txBox="1"/>
          <p:nvPr>
            <p:ph idx="10" type="dt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42"/>
          <p:cNvSpPr txBox="1"/>
          <p:nvPr>
            <p:ph idx="11" type="ftr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42"/>
          <p:cNvSpPr txBox="1"/>
          <p:nvPr>
            <p:ph idx="12" type="sldNum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3"/>
          <p:cNvSpPr txBox="1"/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3"/>
          <p:cNvSpPr txBox="1"/>
          <p:nvPr>
            <p:ph idx="1" type="body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8610" lvl="0" marL="457200" algn="l">
              <a:spcBef>
                <a:spcPts val="360"/>
              </a:spcBef>
              <a:spcAft>
                <a:spcPts val="0"/>
              </a:spcAft>
              <a:buSzPts val="1260"/>
              <a:buChar char="◈"/>
              <a:defRPr/>
            </a:lvl1pPr>
            <a:lvl2pPr indent="-308610" lvl="1" marL="914400" algn="l">
              <a:spcBef>
                <a:spcPts val="600"/>
              </a:spcBef>
              <a:spcAft>
                <a:spcPts val="0"/>
              </a:spcAft>
              <a:buSzPts val="1260"/>
              <a:buChar char="🞚"/>
              <a:defRPr/>
            </a:lvl2pPr>
            <a:lvl3pPr indent="-308610" lvl="2" marL="13716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3pPr>
            <a:lvl4pPr indent="-308610" lvl="3" marL="1828800" algn="l">
              <a:spcBef>
                <a:spcPts val="600"/>
              </a:spcBef>
              <a:spcAft>
                <a:spcPts val="0"/>
              </a:spcAft>
              <a:buSzPts val="1260"/>
              <a:buChar char="🞚"/>
              <a:defRPr/>
            </a:lvl4pPr>
            <a:lvl5pPr indent="-308610" lvl="4" marL="22860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5pPr>
            <a:lvl6pPr indent="-308610" lvl="5" marL="27432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6pPr>
            <a:lvl7pPr indent="-308610" lvl="6" marL="32004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7pPr>
            <a:lvl8pPr indent="-308609" lvl="7" marL="36576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8pPr>
            <a:lvl9pPr indent="-308609" lvl="8" marL="4114800" algn="l">
              <a:spcBef>
                <a:spcPts val="600"/>
              </a:spcBef>
              <a:spcAft>
                <a:spcPts val="600"/>
              </a:spcAft>
              <a:buSzPts val="1260"/>
              <a:buChar char="◈"/>
              <a:defRPr/>
            </a:lvl9pPr>
          </a:lstStyle>
          <a:p/>
        </p:txBody>
      </p:sp>
      <p:sp>
        <p:nvSpPr>
          <p:cNvPr id="20" name="Google Shape;20;p43"/>
          <p:cNvSpPr txBox="1"/>
          <p:nvPr>
            <p:ph idx="10" type="dt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3"/>
          <p:cNvSpPr txBox="1"/>
          <p:nvPr>
            <p:ph idx="11" type="ftr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3"/>
          <p:cNvSpPr txBox="1"/>
          <p:nvPr>
            <p:ph idx="12" type="sldNum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ate-V2-HD-compPhotoInset.png" id="24" name="Google Shape;24;p4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13795" y="1734506"/>
            <a:ext cx="5089072" cy="41487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late-V2-HD-compPhotoInset.png" id="25" name="Google Shape;25;p4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78485" y="1734506"/>
            <a:ext cx="5089072" cy="4148769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44"/>
          <p:cNvSpPr txBox="1"/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Lustria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4"/>
          <p:cNvSpPr txBox="1"/>
          <p:nvPr>
            <p:ph idx="1" type="body"/>
          </p:nvPr>
        </p:nvSpPr>
        <p:spPr>
          <a:xfrm>
            <a:off x="1005872" y="1835254"/>
            <a:ext cx="4876344" cy="544884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spcBef>
                <a:spcPts val="480"/>
              </a:spcBef>
              <a:spcAft>
                <a:spcPts val="0"/>
              </a:spcAft>
              <a:buSzPts val="1680"/>
              <a:buNone/>
              <a:defRPr b="0" sz="24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40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260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120"/>
              <a:buNone/>
              <a:defRPr b="1" sz="1600"/>
            </a:lvl9pPr>
          </a:lstStyle>
          <a:p/>
        </p:txBody>
      </p:sp>
      <p:sp>
        <p:nvSpPr>
          <p:cNvPr id="28" name="Google Shape;28;p44"/>
          <p:cNvSpPr txBox="1"/>
          <p:nvPr>
            <p:ph idx="2" type="body"/>
          </p:nvPr>
        </p:nvSpPr>
        <p:spPr>
          <a:xfrm>
            <a:off x="1005872" y="2380137"/>
            <a:ext cx="4876344" cy="3411063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8610" lvl="0" marL="457200" algn="l">
              <a:spcBef>
                <a:spcPts val="360"/>
              </a:spcBef>
              <a:spcAft>
                <a:spcPts val="0"/>
              </a:spcAft>
              <a:buSzPts val="1260"/>
              <a:buChar char="◈"/>
              <a:defRPr sz="1800"/>
            </a:lvl1pPr>
            <a:lvl2pPr indent="-299719" lvl="1" marL="914400" algn="l">
              <a:spcBef>
                <a:spcPts val="600"/>
              </a:spcBef>
              <a:spcAft>
                <a:spcPts val="0"/>
              </a:spcAft>
              <a:buSzPts val="1120"/>
              <a:buChar char="🞚"/>
              <a:defRPr sz="1600"/>
            </a:lvl2pPr>
            <a:lvl3pPr indent="-290830" lvl="2" marL="1371600" algn="l">
              <a:spcBef>
                <a:spcPts val="600"/>
              </a:spcBef>
              <a:spcAft>
                <a:spcPts val="0"/>
              </a:spcAft>
              <a:buSzPts val="980"/>
              <a:buChar char="◈"/>
              <a:defRPr sz="1400"/>
            </a:lvl3pPr>
            <a:lvl4pPr indent="-281939" lvl="3" marL="1828800" algn="l">
              <a:spcBef>
                <a:spcPts val="600"/>
              </a:spcBef>
              <a:spcAft>
                <a:spcPts val="0"/>
              </a:spcAft>
              <a:buSzPts val="840"/>
              <a:buChar char="🞚"/>
              <a:defRPr sz="1200"/>
            </a:lvl4pPr>
            <a:lvl5pPr indent="-281939" lvl="4" marL="2286000" algn="l">
              <a:spcBef>
                <a:spcPts val="600"/>
              </a:spcBef>
              <a:spcAft>
                <a:spcPts val="0"/>
              </a:spcAft>
              <a:buSzPts val="840"/>
              <a:buChar char="◈"/>
              <a:defRPr sz="1200"/>
            </a:lvl5pPr>
            <a:lvl6pPr indent="-308610" lvl="5" marL="27432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6pPr>
            <a:lvl7pPr indent="-308610" lvl="6" marL="32004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7pPr>
            <a:lvl8pPr indent="-308609" lvl="7" marL="36576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8pPr>
            <a:lvl9pPr indent="-308609" lvl="8" marL="4114800" algn="l">
              <a:spcBef>
                <a:spcPts val="600"/>
              </a:spcBef>
              <a:spcAft>
                <a:spcPts val="600"/>
              </a:spcAft>
              <a:buSzPts val="1260"/>
              <a:buChar char="◈"/>
              <a:defRPr/>
            </a:lvl9pPr>
          </a:lstStyle>
          <a:p/>
        </p:txBody>
      </p:sp>
      <p:sp>
        <p:nvSpPr>
          <p:cNvPr id="29" name="Google Shape;29;p44"/>
          <p:cNvSpPr txBox="1"/>
          <p:nvPr>
            <p:ph idx="3" type="body"/>
          </p:nvPr>
        </p:nvSpPr>
        <p:spPr>
          <a:xfrm>
            <a:off x="6294967" y="1835254"/>
            <a:ext cx="4895330" cy="544883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spcBef>
                <a:spcPts val="480"/>
              </a:spcBef>
              <a:spcAft>
                <a:spcPts val="0"/>
              </a:spcAft>
              <a:buSzPts val="1680"/>
              <a:buNone/>
              <a:defRPr b="0" sz="24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40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260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120"/>
              <a:buNone/>
              <a:defRPr b="1" sz="1600"/>
            </a:lvl9pPr>
          </a:lstStyle>
          <a:p/>
        </p:txBody>
      </p:sp>
      <p:sp>
        <p:nvSpPr>
          <p:cNvPr id="30" name="Google Shape;30;p44"/>
          <p:cNvSpPr txBox="1"/>
          <p:nvPr>
            <p:ph idx="4" type="body"/>
          </p:nvPr>
        </p:nvSpPr>
        <p:spPr>
          <a:xfrm>
            <a:off x="6294967" y="2380137"/>
            <a:ext cx="4895330" cy="3411063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8610" lvl="0" marL="457200" algn="l">
              <a:spcBef>
                <a:spcPts val="360"/>
              </a:spcBef>
              <a:spcAft>
                <a:spcPts val="0"/>
              </a:spcAft>
              <a:buSzPts val="1260"/>
              <a:buChar char="◈"/>
              <a:defRPr sz="1800"/>
            </a:lvl1pPr>
            <a:lvl2pPr indent="-299719" lvl="1" marL="914400" algn="l">
              <a:spcBef>
                <a:spcPts val="600"/>
              </a:spcBef>
              <a:spcAft>
                <a:spcPts val="0"/>
              </a:spcAft>
              <a:buSzPts val="1120"/>
              <a:buChar char="🞚"/>
              <a:defRPr sz="1600"/>
            </a:lvl2pPr>
            <a:lvl3pPr indent="-290830" lvl="2" marL="1371600" algn="l">
              <a:spcBef>
                <a:spcPts val="600"/>
              </a:spcBef>
              <a:spcAft>
                <a:spcPts val="0"/>
              </a:spcAft>
              <a:buSzPts val="980"/>
              <a:buChar char="◈"/>
              <a:defRPr sz="1400"/>
            </a:lvl3pPr>
            <a:lvl4pPr indent="-281939" lvl="3" marL="1828800" algn="l">
              <a:spcBef>
                <a:spcPts val="600"/>
              </a:spcBef>
              <a:spcAft>
                <a:spcPts val="0"/>
              </a:spcAft>
              <a:buSzPts val="840"/>
              <a:buChar char="🞚"/>
              <a:defRPr sz="1200"/>
            </a:lvl4pPr>
            <a:lvl5pPr indent="-281939" lvl="4" marL="2286000" algn="l">
              <a:spcBef>
                <a:spcPts val="600"/>
              </a:spcBef>
              <a:spcAft>
                <a:spcPts val="0"/>
              </a:spcAft>
              <a:buSzPts val="840"/>
              <a:buChar char="◈"/>
              <a:defRPr sz="1200"/>
            </a:lvl5pPr>
            <a:lvl6pPr indent="-308610" lvl="5" marL="27432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6pPr>
            <a:lvl7pPr indent="-308610" lvl="6" marL="32004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7pPr>
            <a:lvl8pPr indent="-308609" lvl="7" marL="36576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8pPr>
            <a:lvl9pPr indent="-308609" lvl="8" marL="4114800" algn="l">
              <a:spcBef>
                <a:spcPts val="600"/>
              </a:spcBef>
              <a:spcAft>
                <a:spcPts val="600"/>
              </a:spcAft>
              <a:buSzPts val="1260"/>
              <a:buChar char="◈"/>
              <a:defRPr/>
            </a:lvl9pPr>
          </a:lstStyle>
          <a:p/>
        </p:txBody>
      </p:sp>
      <p:sp>
        <p:nvSpPr>
          <p:cNvPr id="31" name="Google Shape;31;p44"/>
          <p:cNvSpPr txBox="1"/>
          <p:nvPr>
            <p:ph idx="10" type="dt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4"/>
          <p:cNvSpPr txBox="1"/>
          <p:nvPr>
            <p:ph idx="11" type="ftr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4"/>
          <p:cNvSpPr txBox="1"/>
          <p:nvPr>
            <p:ph idx="12" type="sldNum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7"/>
          <p:cNvSpPr txBox="1"/>
          <p:nvPr>
            <p:ph type="title"/>
          </p:nvPr>
        </p:nvSpPr>
        <p:spPr>
          <a:xfrm>
            <a:off x="1295401" y="1761067"/>
            <a:ext cx="9590550" cy="1828813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Lustria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7"/>
          <p:cNvSpPr txBox="1"/>
          <p:nvPr>
            <p:ph idx="1" type="body"/>
          </p:nvPr>
        </p:nvSpPr>
        <p:spPr>
          <a:xfrm>
            <a:off x="1295401" y="3589879"/>
            <a:ext cx="9590550" cy="1507054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400"/>
              </a:spcBef>
              <a:spcAft>
                <a:spcPts val="0"/>
              </a:spcAft>
              <a:buSzPts val="1400"/>
              <a:buNone/>
              <a:defRPr sz="20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26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98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98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98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98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98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98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7" name="Google Shape;37;p47"/>
          <p:cNvSpPr txBox="1"/>
          <p:nvPr>
            <p:ph idx="10" type="dt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7"/>
          <p:cNvSpPr txBox="1"/>
          <p:nvPr>
            <p:ph idx="11" type="ftr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7"/>
          <p:cNvSpPr txBox="1"/>
          <p:nvPr>
            <p:ph idx="12" type="sldNum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8"/>
          <p:cNvSpPr txBox="1"/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8"/>
          <p:cNvSpPr txBox="1"/>
          <p:nvPr>
            <p:ph idx="1" type="body"/>
          </p:nvPr>
        </p:nvSpPr>
        <p:spPr>
          <a:xfrm>
            <a:off x="913795" y="1732449"/>
            <a:ext cx="5060497" cy="40587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8610" lvl="0" marL="457200" algn="l">
              <a:spcBef>
                <a:spcPts val="360"/>
              </a:spcBef>
              <a:spcAft>
                <a:spcPts val="0"/>
              </a:spcAft>
              <a:buSzPts val="1260"/>
              <a:buChar char="◈"/>
              <a:defRPr/>
            </a:lvl1pPr>
            <a:lvl2pPr indent="-308610" lvl="1" marL="914400" algn="l">
              <a:spcBef>
                <a:spcPts val="600"/>
              </a:spcBef>
              <a:spcAft>
                <a:spcPts val="0"/>
              </a:spcAft>
              <a:buSzPts val="1260"/>
              <a:buChar char="🞚"/>
              <a:defRPr/>
            </a:lvl2pPr>
            <a:lvl3pPr indent="-308610" lvl="2" marL="13716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3pPr>
            <a:lvl4pPr indent="-308610" lvl="3" marL="1828800" algn="l">
              <a:spcBef>
                <a:spcPts val="600"/>
              </a:spcBef>
              <a:spcAft>
                <a:spcPts val="0"/>
              </a:spcAft>
              <a:buSzPts val="1260"/>
              <a:buChar char="🞚"/>
              <a:defRPr/>
            </a:lvl4pPr>
            <a:lvl5pPr indent="-308610" lvl="4" marL="22860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5pPr>
            <a:lvl6pPr indent="-308610" lvl="5" marL="27432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6pPr>
            <a:lvl7pPr indent="-308610" lvl="6" marL="32004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7pPr>
            <a:lvl8pPr indent="-308609" lvl="7" marL="36576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8pPr>
            <a:lvl9pPr indent="-308609" lvl="8" marL="4114800" algn="l">
              <a:spcBef>
                <a:spcPts val="600"/>
              </a:spcBef>
              <a:spcAft>
                <a:spcPts val="600"/>
              </a:spcAft>
              <a:buSzPts val="1260"/>
              <a:buChar char="◈"/>
              <a:defRPr/>
            </a:lvl9pPr>
          </a:lstStyle>
          <a:p/>
        </p:txBody>
      </p:sp>
      <p:sp>
        <p:nvSpPr>
          <p:cNvPr id="43" name="Google Shape;43;p48"/>
          <p:cNvSpPr txBox="1"/>
          <p:nvPr>
            <p:ph idx="2" type="body"/>
          </p:nvPr>
        </p:nvSpPr>
        <p:spPr>
          <a:xfrm>
            <a:off x="6202892" y="1732449"/>
            <a:ext cx="5064665" cy="4058751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8610" lvl="0" marL="457200" algn="l">
              <a:spcBef>
                <a:spcPts val="360"/>
              </a:spcBef>
              <a:spcAft>
                <a:spcPts val="0"/>
              </a:spcAft>
              <a:buSzPts val="1260"/>
              <a:buChar char="◈"/>
              <a:defRPr/>
            </a:lvl1pPr>
            <a:lvl2pPr indent="-308610" lvl="1" marL="914400" algn="l">
              <a:spcBef>
                <a:spcPts val="600"/>
              </a:spcBef>
              <a:spcAft>
                <a:spcPts val="0"/>
              </a:spcAft>
              <a:buSzPts val="1260"/>
              <a:buChar char="🞚"/>
              <a:defRPr/>
            </a:lvl2pPr>
            <a:lvl3pPr indent="-308610" lvl="2" marL="13716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3pPr>
            <a:lvl4pPr indent="-308610" lvl="3" marL="1828800" algn="l">
              <a:spcBef>
                <a:spcPts val="600"/>
              </a:spcBef>
              <a:spcAft>
                <a:spcPts val="0"/>
              </a:spcAft>
              <a:buSzPts val="1260"/>
              <a:buChar char="🞚"/>
              <a:defRPr/>
            </a:lvl4pPr>
            <a:lvl5pPr indent="-308610" lvl="4" marL="22860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5pPr>
            <a:lvl6pPr indent="-308610" lvl="5" marL="27432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6pPr>
            <a:lvl7pPr indent="-308610" lvl="6" marL="32004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7pPr>
            <a:lvl8pPr indent="-308609" lvl="7" marL="36576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8pPr>
            <a:lvl9pPr indent="-308609" lvl="8" marL="4114800" algn="l">
              <a:spcBef>
                <a:spcPts val="600"/>
              </a:spcBef>
              <a:spcAft>
                <a:spcPts val="600"/>
              </a:spcAft>
              <a:buSzPts val="1260"/>
              <a:buChar char="◈"/>
              <a:defRPr/>
            </a:lvl9pPr>
          </a:lstStyle>
          <a:p/>
        </p:txBody>
      </p:sp>
      <p:sp>
        <p:nvSpPr>
          <p:cNvPr id="44" name="Google Shape;44;p48"/>
          <p:cNvSpPr txBox="1"/>
          <p:nvPr>
            <p:ph idx="10" type="dt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48"/>
          <p:cNvSpPr txBox="1"/>
          <p:nvPr>
            <p:ph idx="11" type="ftr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48"/>
          <p:cNvSpPr txBox="1"/>
          <p:nvPr>
            <p:ph idx="12" type="sldNum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49"/>
          <p:cNvSpPr txBox="1"/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49"/>
          <p:cNvSpPr txBox="1"/>
          <p:nvPr>
            <p:ph idx="10" type="dt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49"/>
          <p:cNvSpPr txBox="1"/>
          <p:nvPr>
            <p:ph idx="11" type="ftr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9"/>
          <p:cNvSpPr txBox="1"/>
          <p:nvPr>
            <p:ph idx="12" type="sldNum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50"/>
          <p:cNvSpPr txBox="1"/>
          <p:nvPr>
            <p:ph idx="10" type="dt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50"/>
          <p:cNvSpPr txBox="1"/>
          <p:nvPr>
            <p:ph idx="11" type="ftr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50"/>
          <p:cNvSpPr txBox="1"/>
          <p:nvPr>
            <p:ph idx="12" type="sldNum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1"/>
          <p:cNvSpPr txBox="1"/>
          <p:nvPr>
            <p:ph type="title"/>
          </p:nvPr>
        </p:nvSpPr>
        <p:spPr>
          <a:xfrm>
            <a:off x="913795" y="609600"/>
            <a:ext cx="3706889" cy="1821918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Lustria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51"/>
          <p:cNvSpPr txBox="1"/>
          <p:nvPr>
            <p:ph idx="1" type="body"/>
          </p:nvPr>
        </p:nvSpPr>
        <p:spPr>
          <a:xfrm>
            <a:off x="4855633" y="609600"/>
            <a:ext cx="6411924" cy="518160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8610" lvl="0" marL="457200" algn="l">
              <a:spcBef>
                <a:spcPts val="360"/>
              </a:spcBef>
              <a:spcAft>
                <a:spcPts val="0"/>
              </a:spcAft>
              <a:buSzPts val="1260"/>
              <a:buChar char="◈"/>
              <a:defRPr/>
            </a:lvl1pPr>
            <a:lvl2pPr indent="-308610" lvl="1" marL="914400" algn="l">
              <a:spcBef>
                <a:spcPts val="600"/>
              </a:spcBef>
              <a:spcAft>
                <a:spcPts val="0"/>
              </a:spcAft>
              <a:buSzPts val="1260"/>
              <a:buChar char="🞚"/>
              <a:defRPr/>
            </a:lvl2pPr>
            <a:lvl3pPr indent="-308610" lvl="2" marL="13716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3pPr>
            <a:lvl4pPr indent="-308610" lvl="3" marL="1828800" algn="l">
              <a:spcBef>
                <a:spcPts val="600"/>
              </a:spcBef>
              <a:spcAft>
                <a:spcPts val="0"/>
              </a:spcAft>
              <a:buSzPts val="1260"/>
              <a:buChar char="🞚"/>
              <a:defRPr/>
            </a:lvl4pPr>
            <a:lvl5pPr indent="-308610" lvl="4" marL="22860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5pPr>
            <a:lvl6pPr indent="-308610" lvl="5" marL="27432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6pPr>
            <a:lvl7pPr indent="-308610" lvl="6" marL="32004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7pPr>
            <a:lvl8pPr indent="-308609" lvl="7" marL="36576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8pPr>
            <a:lvl9pPr indent="-308609" lvl="8" marL="4114800" algn="l">
              <a:spcBef>
                <a:spcPts val="600"/>
              </a:spcBef>
              <a:spcAft>
                <a:spcPts val="600"/>
              </a:spcAft>
              <a:buSzPts val="1260"/>
              <a:buChar char="◈"/>
              <a:defRPr/>
            </a:lvl9pPr>
          </a:lstStyle>
          <a:p/>
        </p:txBody>
      </p:sp>
      <p:sp>
        <p:nvSpPr>
          <p:cNvPr id="59" name="Google Shape;59;p51"/>
          <p:cNvSpPr txBox="1"/>
          <p:nvPr>
            <p:ph idx="2" type="body"/>
          </p:nvPr>
        </p:nvSpPr>
        <p:spPr>
          <a:xfrm>
            <a:off x="913795" y="2431518"/>
            <a:ext cx="3706889" cy="3359681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320"/>
              </a:spcBef>
              <a:spcAft>
                <a:spcPts val="0"/>
              </a:spcAft>
              <a:buSzPts val="1120"/>
              <a:buNone/>
              <a:defRPr sz="16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630"/>
              <a:buNone/>
              <a:defRPr sz="900"/>
            </a:lvl9pPr>
          </a:lstStyle>
          <a:p/>
        </p:txBody>
      </p:sp>
      <p:sp>
        <p:nvSpPr>
          <p:cNvPr id="60" name="Google Shape;60;p51"/>
          <p:cNvSpPr txBox="1"/>
          <p:nvPr>
            <p:ph idx="10" type="dt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51"/>
          <p:cNvSpPr txBox="1"/>
          <p:nvPr>
            <p:ph idx="11" type="ftr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51"/>
          <p:cNvSpPr txBox="1"/>
          <p:nvPr>
            <p:ph idx="12" type="sldNum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ate-V2-HD-vertPhotoInset.png" id="64" name="Google Shape;64;p5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93665" y="609600"/>
            <a:ext cx="3584166" cy="5204832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52"/>
          <p:cNvSpPr txBox="1"/>
          <p:nvPr>
            <p:ph type="title"/>
          </p:nvPr>
        </p:nvSpPr>
        <p:spPr>
          <a:xfrm>
            <a:off x="913795" y="609923"/>
            <a:ext cx="5934949" cy="1829338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Lustria"/>
              <a:buNone/>
              <a:defRPr b="0" sz="3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52"/>
          <p:cNvSpPr/>
          <p:nvPr>
            <p:ph idx="2" type="pic"/>
          </p:nvPr>
        </p:nvSpPr>
        <p:spPr>
          <a:xfrm>
            <a:off x="7442551" y="763702"/>
            <a:ext cx="3275751" cy="4912822"/>
          </a:xfrm>
          <a:prstGeom prst="rect">
            <a:avLst/>
          </a:prstGeom>
          <a:noFill/>
          <a:ln>
            <a:noFill/>
          </a:ln>
          <a:effectLst>
            <a:outerShdw blurRad="38100" dir="4440000" dist="25400">
              <a:srgbClr val="000000">
                <a:alpha val="35686"/>
              </a:srgbClr>
            </a:outerShdw>
          </a:effectLst>
        </p:spPr>
      </p:sp>
      <p:sp>
        <p:nvSpPr>
          <p:cNvPr id="67" name="Google Shape;67;p52"/>
          <p:cNvSpPr txBox="1"/>
          <p:nvPr>
            <p:ph idx="1" type="body"/>
          </p:nvPr>
        </p:nvSpPr>
        <p:spPr>
          <a:xfrm>
            <a:off x="913795" y="2439261"/>
            <a:ext cx="5934949" cy="3376134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320"/>
              </a:spcBef>
              <a:spcAft>
                <a:spcPts val="0"/>
              </a:spcAft>
              <a:buSzPts val="1120"/>
              <a:buNone/>
              <a:defRPr sz="16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630"/>
              <a:buNone/>
              <a:defRPr sz="900"/>
            </a:lvl9pPr>
          </a:lstStyle>
          <a:p/>
        </p:txBody>
      </p:sp>
      <p:sp>
        <p:nvSpPr>
          <p:cNvPr id="68" name="Google Shape;68;p52"/>
          <p:cNvSpPr txBox="1"/>
          <p:nvPr>
            <p:ph idx="10" type="dt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52"/>
          <p:cNvSpPr txBox="1"/>
          <p:nvPr>
            <p:ph idx="11" type="ftr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52"/>
          <p:cNvSpPr txBox="1"/>
          <p:nvPr>
            <p:ph idx="12" type="sldNum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ate-V2-HD-panoPhotoInset.png" id="72" name="Google Shape;72;p5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13883" y="547807"/>
            <a:ext cx="10141799" cy="381680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53"/>
          <p:cNvSpPr txBox="1"/>
          <p:nvPr>
            <p:ph type="title"/>
          </p:nvPr>
        </p:nvSpPr>
        <p:spPr>
          <a:xfrm>
            <a:off x="913806" y="4565255"/>
            <a:ext cx="10355326" cy="543472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Lustria"/>
              <a:buNone/>
              <a:defRPr sz="2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53"/>
          <p:cNvSpPr/>
          <p:nvPr>
            <p:ph idx="2" type="pic"/>
          </p:nvPr>
        </p:nvSpPr>
        <p:spPr>
          <a:xfrm>
            <a:off x="1169349" y="695009"/>
            <a:ext cx="9845346" cy="3525671"/>
          </a:xfrm>
          <a:prstGeom prst="rect">
            <a:avLst/>
          </a:prstGeom>
          <a:noFill/>
          <a:ln>
            <a:noFill/>
          </a:ln>
          <a:effectLst>
            <a:outerShdw blurRad="38100" dir="4440000" dist="25400">
              <a:srgbClr val="000000">
                <a:alpha val="35686"/>
              </a:srgbClr>
            </a:outerShdw>
          </a:effectLst>
        </p:spPr>
      </p:sp>
      <p:sp>
        <p:nvSpPr>
          <p:cNvPr id="75" name="Google Shape;75;p53"/>
          <p:cNvSpPr txBox="1"/>
          <p:nvPr>
            <p:ph idx="1" type="body"/>
          </p:nvPr>
        </p:nvSpPr>
        <p:spPr>
          <a:xfrm>
            <a:off x="913795" y="5108728"/>
            <a:ext cx="10353762" cy="682472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320"/>
              </a:spcBef>
              <a:spcAft>
                <a:spcPts val="0"/>
              </a:spcAft>
              <a:buSzPts val="1120"/>
              <a:buNone/>
              <a:defRPr sz="16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980"/>
              <a:buNone/>
              <a:defRPr sz="14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700"/>
              <a:buNone/>
              <a:defRPr sz="1000"/>
            </a:lvl9pPr>
          </a:lstStyle>
          <a:p/>
        </p:txBody>
      </p:sp>
      <p:sp>
        <p:nvSpPr>
          <p:cNvPr id="76" name="Google Shape;76;p53"/>
          <p:cNvSpPr txBox="1"/>
          <p:nvPr>
            <p:ph idx="10" type="dt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53"/>
          <p:cNvSpPr txBox="1"/>
          <p:nvPr>
            <p:ph idx="11" type="ftr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53"/>
          <p:cNvSpPr txBox="1"/>
          <p:nvPr>
            <p:ph idx="12" type="sldNum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4"/>
          <p:cNvSpPr txBox="1"/>
          <p:nvPr>
            <p:ph type="title"/>
          </p:nvPr>
        </p:nvSpPr>
        <p:spPr>
          <a:xfrm>
            <a:off x="913795" y="608437"/>
            <a:ext cx="10353762" cy="3534344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Lustria"/>
              <a:buNone/>
              <a:defRPr sz="3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54"/>
          <p:cNvSpPr txBox="1"/>
          <p:nvPr>
            <p:ph idx="1" type="body"/>
          </p:nvPr>
        </p:nvSpPr>
        <p:spPr>
          <a:xfrm>
            <a:off x="913794" y="4295180"/>
            <a:ext cx="10353763" cy="1501826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320"/>
              </a:spcBef>
              <a:spcAft>
                <a:spcPts val="0"/>
              </a:spcAft>
              <a:buSzPts val="1120"/>
              <a:buNone/>
              <a:defRPr sz="16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980"/>
              <a:buNone/>
              <a:defRPr sz="14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700"/>
              <a:buNone/>
              <a:defRPr sz="1000"/>
            </a:lvl9pPr>
          </a:lstStyle>
          <a:p/>
        </p:txBody>
      </p:sp>
      <p:sp>
        <p:nvSpPr>
          <p:cNvPr id="82" name="Google Shape;82;p54"/>
          <p:cNvSpPr txBox="1"/>
          <p:nvPr>
            <p:ph idx="10" type="dt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54"/>
          <p:cNvSpPr txBox="1"/>
          <p:nvPr>
            <p:ph idx="11" type="ftr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54"/>
          <p:cNvSpPr txBox="1"/>
          <p:nvPr>
            <p:ph idx="12" type="sldNum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5"/>
          <p:cNvSpPr txBox="1"/>
          <p:nvPr>
            <p:ph type="title"/>
          </p:nvPr>
        </p:nvSpPr>
        <p:spPr>
          <a:xfrm>
            <a:off x="1446212" y="609600"/>
            <a:ext cx="9302752" cy="2992904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Lustria"/>
              <a:buNone/>
              <a:defRPr sz="3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55"/>
          <p:cNvSpPr txBox="1"/>
          <p:nvPr>
            <p:ph idx="1" type="body"/>
          </p:nvPr>
        </p:nvSpPr>
        <p:spPr>
          <a:xfrm>
            <a:off x="1720644" y="3610032"/>
            <a:ext cx="8752299" cy="532749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980"/>
              <a:buNone/>
              <a:defRPr sz="14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700"/>
              <a:buNone/>
              <a:defRPr sz="1000"/>
            </a:lvl9pPr>
          </a:lstStyle>
          <a:p/>
        </p:txBody>
      </p:sp>
      <p:sp>
        <p:nvSpPr>
          <p:cNvPr id="88" name="Google Shape;88;p55"/>
          <p:cNvSpPr txBox="1"/>
          <p:nvPr>
            <p:ph idx="2" type="body"/>
          </p:nvPr>
        </p:nvSpPr>
        <p:spPr>
          <a:xfrm>
            <a:off x="913794" y="4304353"/>
            <a:ext cx="10353763" cy="1489496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320"/>
              </a:spcBef>
              <a:spcAft>
                <a:spcPts val="0"/>
              </a:spcAft>
              <a:buSzPts val="1120"/>
              <a:buNone/>
              <a:defRPr sz="16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980"/>
              <a:buNone/>
              <a:defRPr sz="14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700"/>
              <a:buNone/>
              <a:defRPr sz="1000"/>
            </a:lvl9pPr>
          </a:lstStyle>
          <a:p/>
        </p:txBody>
      </p:sp>
      <p:sp>
        <p:nvSpPr>
          <p:cNvPr id="89" name="Google Shape;89;p55"/>
          <p:cNvSpPr txBox="1"/>
          <p:nvPr>
            <p:ph idx="10" type="dt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55"/>
          <p:cNvSpPr txBox="1"/>
          <p:nvPr>
            <p:ph idx="11" type="ftr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55"/>
          <p:cNvSpPr txBox="1"/>
          <p:nvPr>
            <p:ph idx="12" type="sldNum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‹#›</a:t>
            </a:fld>
            <a:endParaRPr/>
          </a:p>
        </p:txBody>
      </p:sp>
      <p:sp>
        <p:nvSpPr>
          <p:cNvPr id="92" name="Google Shape;92;p55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Lustria"/>
              <a:buNone/>
            </a:pPr>
            <a:r>
              <a:rPr b="0" lang="nl-NL" sz="8000" cap="non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“</a:t>
            </a:r>
            <a:endParaRPr/>
          </a:p>
        </p:txBody>
      </p:sp>
      <p:sp>
        <p:nvSpPr>
          <p:cNvPr id="93" name="Google Shape;93;p55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Lustria"/>
              <a:buNone/>
            </a:pPr>
            <a:r>
              <a:rPr b="0" lang="nl-NL" sz="8000" cap="non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6"/>
          <p:cNvSpPr txBox="1"/>
          <p:nvPr>
            <p:ph type="title"/>
          </p:nvPr>
        </p:nvSpPr>
        <p:spPr>
          <a:xfrm>
            <a:off x="913794" y="2126942"/>
            <a:ext cx="10353763" cy="2511835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Lustria"/>
              <a:buNone/>
              <a:defRPr sz="3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56"/>
          <p:cNvSpPr txBox="1"/>
          <p:nvPr>
            <p:ph idx="1" type="body"/>
          </p:nvPr>
        </p:nvSpPr>
        <p:spPr>
          <a:xfrm>
            <a:off x="913784" y="4650556"/>
            <a:ext cx="10352199" cy="1140644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320"/>
              </a:spcBef>
              <a:spcAft>
                <a:spcPts val="0"/>
              </a:spcAft>
              <a:buSzPts val="1120"/>
              <a:buNone/>
              <a:defRPr sz="16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980"/>
              <a:buNone/>
              <a:defRPr sz="14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700"/>
              <a:buNone/>
              <a:defRPr sz="1000"/>
            </a:lvl9pPr>
          </a:lstStyle>
          <a:p/>
        </p:txBody>
      </p:sp>
      <p:sp>
        <p:nvSpPr>
          <p:cNvPr id="97" name="Google Shape;97;p56"/>
          <p:cNvSpPr txBox="1"/>
          <p:nvPr>
            <p:ph idx="10" type="dt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56"/>
          <p:cNvSpPr txBox="1"/>
          <p:nvPr>
            <p:ph idx="11" type="ftr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56"/>
          <p:cNvSpPr txBox="1"/>
          <p:nvPr>
            <p:ph idx="12" type="sldNum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umn">
  <p:cSld name="3 Column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7"/>
          <p:cNvSpPr txBox="1"/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57"/>
          <p:cNvSpPr txBox="1"/>
          <p:nvPr>
            <p:ph idx="1" type="body"/>
          </p:nvPr>
        </p:nvSpPr>
        <p:spPr>
          <a:xfrm>
            <a:off x="913795" y="1885950"/>
            <a:ext cx="3300984" cy="576262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spcBef>
                <a:spcPts val="480"/>
              </a:spcBef>
              <a:spcAft>
                <a:spcPts val="0"/>
              </a:spcAft>
              <a:buSzPts val="1680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40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260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120"/>
              <a:buNone/>
              <a:defRPr b="1" sz="1600"/>
            </a:lvl9pPr>
          </a:lstStyle>
          <a:p/>
        </p:txBody>
      </p:sp>
      <p:sp>
        <p:nvSpPr>
          <p:cNvPr id="103" name="Google Shape;103;p57"/>
          <p:cNvSpPr txBox="1"/>
          <p:nvPr>
            <p:ph idx="2" type="body"/>
          </p:nvPr>
        </p:nvSpPr>
        <p:spPr>
          <a:xfrm>
            <a:off x="913795" y="2571750"/>
            <a:ext cx="3300984" cy="3219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630"/>
              <a:buNone/>
              <a:defRPr sz="900"/>
            </a:lvl9pPr>
          </a:lstStyle>
          <a:p/>
        </p:txBody>
      </p:sp>
      <p:sp>
        <p:nvSpPr>
          <p:cNvPr id="104" name="Google Shape;104;p57"/>
          <p:cNvSpPr txBox="1"/>
          <p:nvPr>
            <p:ph idx="3" type="body"/>
          </p:nvPr>
        </p:nvSpPr>
        <p:spPr>
          <a:xfrm>
            <a:off x="4446711" y="1885950"/>
            <a:ext cx="3300984" cy="576262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spcBef>
                <a:spcPts val="480"/>
              </a:spcBef>
              <a:spcAft>
                <a:spcPts val="0"/>
              </a:spcAft>
              <a:buSzPts val="1680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40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260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120"/>
              <a:buNone/>
              <a:defRPr b="1" sz="1600"/>
            </a:lvl9pPr>
          </a:lstStyle>
          <a:p/>
        </p:txBody>
      </p:sp>
      <p:sp>
        <p:nvSpPr>
          <p:cNvPr id="105" name="Google Shape;105;p57"/>
          <p:cNvSpPr txBox="1"/>
          <p:nvPr>
            <p:ph idx="4" type="body"/>
          </p:nvPr>
        </p:nvSpPr>
        <p:spPr>
          <a:xfrm>
            <a:off x="4441435" y="2571750"/>
            <a:ext cx="3300984" cy="3219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630"/>
              <a:buNone/>
              <a:defRPr sz="900"/>
            </a:lvl9pPr>
          </a:lstStyle>
          <a:p/>
        </p:txBody>
      </p:sp>
      <p:sp>
        <p:nvSpPr>
          <p:cNvPr id="106" name="Google Shape;106;p57"/>
          <p:cNvSpPr txBox="1"/>
          <p:nvPr>
            <p:ph idx="5" type="body"/>
          </p:nvPr>
        </p:nvSpPr>
        <p:spPr>
          <a:xfrm>
            <a:off x="7966572" y="1885950"/>
            <a:ext cx="3300984" cy="576262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spcBef>
                <a:spcPts val="480"/>
              </a:spcBef>
              <a:spcAft>
                <a:spcPts val="0"/>
              </a:spcAft>
              <a:buSzPts val="1680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40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260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120"/>
              <a:buNone/>
              <a:defRPr b="1" sz="1600"/>
            </a:lvl9pPr>
          </a:lstStyle>
          <a:p/>
        </p:txBody>
      </p:sp>
      <p:sp>
        <p:nvSpPr>
          <p:cNvPr id="107" name="Google Shape;107;p57"/>
          <p:cNvSpPr txBox="1"/>
          <p:nvPr>
            <p:ph idx="6" type="body"/>
          </p:nvPr>
        </p:nvSpPr>
        <p:spPr>
          <a:xfrm>
            <a:off x="7966572" y="2571750"/>
            <a:ext cx="3300984" cy="3219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630"/>
              <a:buNone/>
              <a:defRPr sz="900"/>
            </a:lvl9pPr>
          </a:lstStyle>
          <a:p/>
        </p:txBody>
      </p:sp>
      <p:sp>
        <p:nvSpPr>
          <p:cNvPr id="108" name="Google Shape;108;p57"/>
          <p:cNvSpPr txBox="1"/>
          <p:nvPr>
            <p:ph idx="10" type="dt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57"/>
          <p:cNvSpPr txBox="1"/>
          <p:nvPr>
            <p:ph idx="11" type="ftr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57"/>
          <p:cNvSpPr txBox="1"/>
          <p:nvPr>
            <p:ph idx="12" type="sldNum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Picture Column">
  <p:cSld name="3 Picture Column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ate-V2-HD-3colPhotoInset.png" id="112" name="Google Shape;112;p5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97962" y="1818214"/>
            <a:ext cx="3339972" cy="18478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late-V2-HD-3colPhotoInset.png" id="113" name="Google Shape;113;p5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403800" y="1818214"/>
            <a:ext cx="3339972" cy="18478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late-V2-HD-3colPhotoInset.png" id="114" name="Google Shape;114;p5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36051" y="1818214"/>
            <a:ext cx="3339972" cy="1847851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58"/>
          <p:cNvSpPr txBox="1"/>
          <p:nvPr>
            <p:ph type="title"/>
          </p:nvPr>
        </p:nvSpPr>
        <p:spPr>
          <a:xfrm>
            <a:off x="913794" y="609600"/>
            <a:ext cx="10353763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58"/>
          <p:cNvSpPr txBox="1"/>
          <p:nvPr>
            <p:ph idx="1" type="body"/>
          </p:nvPr>
        </p:nvSpPr>
        <p:spPr>
          <a:xfrm>
            <a:off x="913795" y="3904106"/>
            <a:ext cx="3300984" cy="576262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spcBef>
                <a:spcPts val="400"/>
              </a:spcBef>
              <a:spcAft>
                <a:spcPts val="0"/>
              </a:spcAft>
              <a:buSzPts val="1400"/>
              <a:buNone/>
              <a:defRPr b="0" sz="20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40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260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120"/>
              <a:buNone/>
              <a:defRPr b="1" sz="1600"/>
            </a:lvl9pPr>
          </a:lstStyle>
          <a:p/>
        </p:txBody>
      </p:sp>
      <p:sp>
        <p:nvSpPr>
          <p:cNvPr id="117" name="Google Shape;117;p58"/>
          <p:cNvSpPr/>
          <p:nvPr>
            <p:ph idx="2" type="pic"/>
          </p:nvPr>
        </p:nvSpPr>
        <p:spPr>
          <a:xfrm>
            <a:off x="1018102" y="1938918"/>
            <a:ext cx="3092368" cy="1602954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38100" dir="4440000" dist="25400">
              <a:srgbClr val="000000">
                <a:alpha val="35686"/>
              </a:srgbClr>
            </a:outerShdw>
          </a:effectLst>
        </p:spPr>
      </p:sp>
      <p:sp>
        <p:nvSpPr>
          <p:cNvPr id="118" name="Google Shape;118;p58"/>
          <p:cNvSpPr txBox="1"/>
          <p:nvPr>
            <p:ph idx="3" type="body"/>
          </p:nvPr>
        </p:nvSpPr>
        <p:spPr>
          <a:xfrm>
            <a:off x="913795" y="4480368"/>
            <a:ext cx="3300984" cy="1310833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630"/>
              <a:buNone/>
              <a:defRPr sz="900"/>
            </a:lvl9pPr>
          </a:lstStyle>
          <a:p/>
        </p:txBody>
      </p:sp>
      <p:sp>
        <p:nvSpPr>
          <p:cNvPr id="119" name="Google Shape;119;p58"/>
          <p:cNvSpPr txBox="1"/>
          <p:nvPr>
            <p:ph idx="4" type="body"/>
          </p:nvPr>
        </p:nvSpPr>
        <p:spPr>
          <a:xfrm>
            <a:off x="4442788" y="3904106"/>
            <a:ext cx="3300984" cy="576262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spcBef>
                <a:spcPts val="400"/>
              </a:spcBef>
              <a:spcAft>
                <a:spcPts val="0"/>
              </a:spcAft>
              <a:buSzPts val="1400"/>
              <a:buNone/>
              <a:defRPr b="0" sz="20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40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260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120"/>
              <a:buNone/>
              <a:defRPr b="1" sz="1600"/>
            </a:lvl9pPr>
          </a:lstStyle>
          <a:p/>
        </p:txBody>
      </p:sp>
      <p:sp>
        <p:nvSpPr>
          <p:cNvPr id="120" name="Google Shape;120;p58"/>
          <p:cNvSpPr/>
          <p:nvPr>
            <p:ph idx="5" type="pic"/>
          </p:nvPr>
        </p:nvSpPr>
        <p:spPr>
          <a:xfrm>
            <a:off x="4545743" y="1939094"/>
            <a:ext cx="3092368" cy="1608164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38100" dir="4440000" dist="25400">
              <a:srgbClr val="000000">
                <a:alpha val="35686"/>
              </a:srgbClr>
            </a:outerShdw>
          </a:effectLst>
        </p:spPr>
      </p:sp>
      <p:sp>
        <p:nvSpPr>
          <p:cNvPr id="121" name="Google Shape;121;p58"/>
          <p:cNvSpPr txBox="1"/>
          <p:nvPr>
            <p:ph idx="6" type="body"/>
          </p:nvPr>
        </p:nvSpPr>
        <p:spPr>
          <a:xfrm>
            <a:off x="4441435" y="4480367"/>
            <a:ext cx="3300984" cy="1310833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630"/>
              <a:buNone/>
              <a:defRPr sz="900"/>
            </a:lvl9pPr>
          </a:lstStyle>
          <a:p/>
        </p:txBody>
      </p:sp>
      <p:sp>
        <p:nvSpPr>
          <p:cNvPr id="122" name="Google Shape;122;p58"/>
          <p:cNvSpPr txBox="1"/>
          <p:nvPr>
            <p:ph idx="7" type="body"/>
          </p:nvPr>
        </p:nvSpPr>
        <p:spPr>
          <a:xfrm>
            <a:off x="7966697" y="3904106"/>
            <a:ext cx="3300984" cy="576262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spcBef>
                <a:spcPts val="400"/>
              </a:spcBef>
              <a:spcAft>
                <a:spcPts val="0"/>
              </a:spcAft>
              <a:buSzPts val="1400"/>
              <a:buNone/>
              <a:defRPr b="0" sz="20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40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260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120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120"/>
              <a:buNone/>
              <a:defRPr b="1" sz="1600"/>
            </a:lvl9pPr>
          </a:lstStyle>
          <a:p/>
        </p:txBody>
      </p:sp>
      <p:sp>
        <p:nvSpPr>
          <p:cNvPr id="123" name="Google Shape;123;p58"/>
          <p:cNvSpPr/>
          <p:nvPr>
            <p:ph idx="8" type="pic"/>
          </p:nvPr>
        </p:nvSpPr>
        <p:spPr>
          <a:xfrm>
            <a:off x="8075698" y="1934432"/>
            <a:ext cx="3092368" cy="1607294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38100" dir="4440000" dist="25400">
              <a:srgbClr val="000000">
                <a:alpha val="35686"/>
              </a:srgbClr>
            </a:outerShdw>
          </a:effectLst>
        </p:spPr>
      </p:sp>
      <p:sp>
        <p:nvSpPr>
          <p:cNvPr id="124" name="Google Shape;124;p58"/>
          <p:cNvSpPr txBox="1"/>
          <p:nvPr>
            <p:ph idx="9" type="body"/>
          </p:nvPr>
        </p:nvSpPr>
        <p:spPr>
          <a:xfrm>
            <a:off x="7966572" y="4480365"/>
            <a:ext cx="3300984" cy="1310835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630"/>
              <a:buNone/>
              <a:defRPr sz="900"/>
            </a:lvl9pPr>
          </a:lstStyle>
          <a:p/>
        </p:txBody>
      </p:sp>
      <p:sp>
        <p:nvSpPr>
          <p:cNvPr id="125" name="Google Shape;125;p58"/>
          <p:cNvSpPr txBox="1"/>
          <p:nvPr>
            <p:ph idx="10" type="dt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58"/>
          <p:cNvSpPr txBox="1"/>
          <p:nvPr>
            <p:ph idx="11" type="ftr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58"/>
          <p:cNvSpPr txBox="1"/>
          <p:nvPr>
            <p:ph idx="12" type="sldNum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9"/>
          <p:cNvSpPr txBox="1"/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59"/>
          <p:cNvSpPr txBox="1"/>
          <p:nvPr>
            <p:ph idx="1" type="body"/>
          </p:nvPr>
        </p:nvSpPr>
        <p:spPr>
          <a:xfrm rot="5400000">
            <a:off x="4061301" y="-1415056"/>
            <a:ext cx="4058751" cy="10353762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8610" lvl="0" marL="457200" algn="l">
              <a:spcBef>
                <a:spcPts val="360"/>
              </a:spcBef>
              <a:spcAft>
                <a:spcPts val="0"/>
              </a:spcAft>
              <a:buSzPts val="1260"/>
              <a:buChar char="◈"/>
              <a:defRPr/>
            </a:lvl1pPr>
            <a:lvl2pPr indent="-308610" lvl="1" marL="914400" algn="l">
              <a:spcBef>
                <a:spcPts val="600"/>
              </a:spcBef>
              <a:spcAft>
                <a:spcPts val="0"/>
              </a:spcAft>
              <a:buSzPts val="1260"/>
              <a:buChar char="🞚"/>
              <a:defRPr/>
            </a:lvl2pPr>
            <a:lvl3pPr indent="-308610" lvl="2" marL="13716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3pPr>
            <a:lvl4pPr indent="-308610" lvl="3" marL="1828800" algn="l">
              <a:spcBef>
                <a:spcPts val="600"/>
              </a:spcBef>
              <a:spcAft>
                <a:spcPts val="0"/>
              </a:spcAft>
              <a:buSzPts val="1260"/>
              <a:buChar char="🞚"/>
              <a:defRPr/>
            </a:lvl4pPr>
            <a:lvl5pPr indent="-308610" lvl="4" marL="22860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5pPr>
            <a:lvl6pPr indent="-308610" lvl="5" marL="27432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6pPr>
            <a:lvl7pPr indent="-308610" lvl="6" marL="32004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7pPr>
            <a:lvl8pPr indent="-308609" lvl="7" marL="36576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8pPr>
            <a:lvl9pPr indent="-308609" lvl="8" marL="4114800" algn="l">
              <a:spcBef>
                <a:spcPts val="600"/>
              </a:spcBef>
              <a:spcAft>
                <a:spcPts val="600"/>
              </a:spcAft>
              <a:buSzPts val="1260"/>
              <a:buChar char="◈"/>
              <a:defRPr/>
            </a:lvl9pPr>
          </a:lstStyle>
          <a:p/>
        </p:txBody>
      </p:sp>
      <p:sp>
        <p:nvSpPr>
          <p:cNvPr id="131" name="Google Shape;131;p59"/>
          <p:cNvSpPr txBox="1"/>
          <p:nvPr>
            <p:ph idx="10" type="dt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59"/>
          <p:cNvSpPr txBox="1"/>
          <p:nvPr>
            <p:ph idx="11" type="ftr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59"/>
          <p:cNvSpPr txBox="1"/>
          <p:nvPr>
            <p:ph idx="12" type="sldNum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0"/>
          <p:cNvSpPr txBox="1"/>
          <p:nvPr>
            <p:ph type="title"/>
          </p:nvPr>
        </p:nvSpPr>
        <p:spPr>
          <a:xfrm rot="5400000">
            <a:off x="7534511" y="2058156"/>
            <a:ext cx="5181601" cy="2284487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Lustria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60"/>
          <p:cNvSpPr txBox="1"/>
          <p:nvPr>
            <p:ph idx="1" type="body"/>
          </p:nvPr>
        </p:nvSpPr>
        <p:spPr>
          <a:xfrm rot="5400000">
            <a:off x="2281431" y="-758036"/>
            <a:ext cx="5181601" cy="7916872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8610" lvl="0" marL="457200" algn="l">
              <a:spcBef>
                <a:spcPts val="360"/>
              </a:spcBef>
              <a:spcAft>
                <a:spcPts val="0"/>
              </a:spcAft>
              <a:buSzPts val="1260"/>
              <a:buChar char="◈"/>
              <a:defRPr/>
            </a:lvl1pPr>
            <a:lvl2pPr indent="-308610" lvl="1" marL="914400" algn="l">
              <a:spcBef>
                <a:spcPts val="600"/>
              </a:spcBef>
              <a:spcAft>
                <a:spcPts val="0"/>
              </a:spcAft>
              <a:buSzPts val="1260"/>
              <a:buChar char="🞚"/>
              <a:defRPr/>
            </a:lvl2pPr>
            <a:lvl3pPr indent="-308610" lvl="2" marL="13716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3pPr>
            <a:lvl4pPr indent="-308610" lvl="3" marL="1828800" algn="l">
              <a:spcBef>
                <a:spcPts val="600"/>
              </a:spcBef>
              <a:spcAft>
                <a:spcPts val="0"/>
              </a:spcAft>
              <a:buSzPts val="1260"/>
              <a:buChar char="🞚"/>
              <a:defRPr/>
            </a:lvl4pPr>
            <a:lvl5pPr indent="-308610" lvl="4" marL="22860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5pPr>
            <a:lvl6pPr indent="-308610" lvl="5" marL="27432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6pPr>
            <a:lvl7pPr indent="-308610" lvl="6" marL="32004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7pPr>
            <a:lvl8pPr indent="-308609" lvl="7" marL="36576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8pPr>
            <a:lvl9pPr indent="-308609" lvl="8" marL="4114800" algn="l">
              <a:spcBef>
                <a:spcPts val="600"/>
              </a:spcBef>
              <a:spcAft>
                <a:spcPts val="600"/>
              </a:spcAft>
              <a:buSzPts val="1260"/>
              <a:buChar char="◈"/>
              <a:defRPr/>
            </a:lvl9pPr>
          </a:lstStyle>
          <a:p/>
        </p:txBody>
      </p:sp>
      <p:sp>
        <p:nvSpPr>
          <p:cNvPr id="137" name="Google Shape;137;p60"/>
          <p:cNvSpPr txBox="1"/>
          <p:nvPr>
            <p:ph idx="10" type="dt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60"/>
          <p:cNvSpPr txBox="1"/>
          <p:nvPr>
            <p:ph idx="11" type="ftr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60"/>
          <p:cNvSpPr txBox="1"/>
          <p:nvPr>
            <p:ph idx="12" type="sldNum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46"/>
          <p:cNvSpPr txBox="1"/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46"/>
          <p:cNvSpPr txBox="1"/>
          <p:nvPr>
            <p:ph idx="1" type="body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8610" lvl="0" marL="457200" algn="l">
              <a:spcBef>
                <a:spcPts val="360"/>
              </a:spcBef>
              <a:spcAft>
                <a:spcPts val="0"/>
              </a:spcAft>
              <a:buSzPts val="1260"/>
              <a:buChar char="◈"/>
              <a:defRPr/>
            </a:lvl1pPr>
            <a:lvl2pPr indent="-308610" lvl="1" marL="914400" algn="l">
              <a:spcBef>
                <a:spcPts val="600"/>
              </a:spcBef>
              <a:spcAft>
                <a:spcPts val="0"/>
              </a:spcAft>
              <a:buSzPts val="1260"/>
              <a:buChar char="🞚"/>
              <a:defRPr/>
            </a:lvl2pPr>
            <a:lvl3pPr indent="-308610" lvl="2" marL="13716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3pPr>
            <a:lvl4pPr indent="-308610" lvl="3" marL="1828800" algn="l">
              <a:spcBef>
                <a:spcPts val="600"/>
              </a:spcBef>
              <a:spcAft>
                <a:spcPts val="0"/>
              </a:spcAft>
              <a:buSzPts val="1260"/>
              <a:buChar char="🞚"/>
              <a:defRPr/>
            </a:lvl4pPr>
            <a:lvl5pPr indent="-308610" lvl="4" marL="22860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5pPr>
            <a:lvl6pPr indent="-308610" lvl="5" marL="27432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6pPr>
            <a:lvl7pPr indent="-308610" lvl="6" marL="32004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7pPr>
            <a:lvl8pPr indent="-308609" lvl="7" marL="365760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8pPr>
            <a:lvl9pPr indent="-308609" lvl="8" marL="4114800" algn="l">
              <a:spcBef>
                <a:spcPts val="600"/>
              </a:spcBef>
              <a:spcAft>
                <a:spcPts val="600"/>
              </a:spcAft>
              <a:buSzPts val="1260"/>
              <a:buChar char="◈"/>
              <a:defRPr/>
            </a:lvl9pPr>
          </a:lstStyle>
          <a:p/>
        </p:txBody>
      </p:sp>
      <p:sp>
        <p:nvSpPr>
          <p:cNvPr id="149" name="Google Shape;149;p46"/>
          <p:cNvSpPr txBox="1"/>
          <p:nvPr>
            <p:ph idx="10" type="dt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46"/>
          <p:cNvSpPr txBox="1"/>
          <p:nvPr>
            <p:ph idx="11" type="ftr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46"/>
          <p:cNvSpPr txBox="1"/>
          <p:nvPr>
            <p:ph idx="12" type="sldNum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theme" Target="../theme/theme2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8.xml"/><Relationship Id="rId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1"/>
          <p:cNvSpPr txBox="1"/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Lustria"/>
              <a:buNone/>
              <a:defRPr b="0" i="0" sz="40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7" name="Google Shape;7;p41"/>
          <p:cNvSpPr txBox="1"/>
          <p:nvPr>
            <p:ph idx="1" type="body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marR="0" rtl="0" algn="l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oto Sans Symbols"/>
              <a:buChar char="◈"/>
              <a:defRPr b="0" i="0" sz="20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-308610" lvl="1" marL="914400" marR="0" rtl="0" algn="l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260"/>
              <a:buFont typeface="Noto Sans Symbols"/>
              <a:buChar char="🞚"/>
              <a:defRPr b="0" i="0" sz="18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indent="-299719" lvl="2" marL="1371600" marR="0" rtl="0" algn="l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120"/>
              <a:buFont typeface="Noto Sans Symbols"/>
              <a:buChar char="◈"/>
              <a:defRPr b="0" i="0" sz="16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indent="-290830" lvl="3" marL="1828800" marR="0" rtl="0" algn="l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980"/>
              <a:buFont typeface="Noto Sans Symbols"/>
              <a:buChar char="🞚"/>
              <a:defRPr b="0" i="0" sz="14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indent="-290829" lvl="4" marL="2286000" marR="0" rtl="0" algn="l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980"/>
              <a:buFont typeface="Noto Sans Symbols"/>
              <a:buChar char="◈"/>
              <a:defRPr b="0" i="0" sz="14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indent="-290829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980"/>
              <a:buFont typeface="Noto Sans Symbols"/>
              <a:buChar char="◈"/>
              <a:defRPr b="0" i="0" sz="14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indent="-290829" lvl="6" marL="3200400" marR="0" rtl="0" algn="l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980"/>
              <a:buFont typeface="Noto Sans Symbols"/>
              <a:buChar char="◈"/>
              <a:defRPr b="0" i="0" sz="14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indent="-290829" lvl="7" marL="3657600" marR="0" rtl="0" algn="l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980"/>
              <a:buFont typeface="Noto Sans Symbols"/>
              <a:buChar char="◈"/>
              <a:defRPr b="0" i="0" sz="14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indent="-290829" lvl="8" marL="4114800" marR="0" rtl="0" algn="l">
              <a:spcBef>
                <a:spcPts val="600"/>
              </a:spcBef>
              <a:spcAft>
                <a:spcPts val="600"/>
              </a:spcAft>
              <a:buClr>
                <a:schemeClr val="lt2"/>
              </a:buClr>
              <a:buSzPts val="980"/>
              <a:buFont typeface="Noto Sans Symbols"/>
              <a:buChar char="◈"/>
              <a:defRPr b="0" i="0" sz="140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/>
        </p:txBody>
      </p:sp>
      <p:sp>
        <p:nvSpPr>
          <p:cNvPr id="8" name="Google Shape;8;p41"/>
          <p:cNvSpPr txBox="1"/>
          <p:nvPr>
            <p:ph idx="10" type="dt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/>
        </p:txBody>
      </p:sp>
      <p:sp>
        <p:nvSpPr>
          <p:cNvPr id="9" name="Google Shape;9;p41"/>
          <p:cNvSpPr txBox="1"/>
          <p:nvPr>
            <p:ph idx="11" type="ftr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/>
        </p:txBody>
      </p:sp>
      <p:sp>
        <p:nvSpPr>
          <p:cNvPr id="10" name="Google Shape;10;p41"/>
          <p:cNvSpPr txBox="1"/>
          <p:nvPr>
            <p:ph idx="12" type="sldNum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5"/>
          <p:cNvSpPr txBox="1"/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ustria"/>
              <a:buNone/>
              <a:defRPr b="0" i="0" sz="4000" u="none" cap="none" strike="noStrike">
                <a:solidFill>
                  <a:schemeClr val="dk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42" name="Google Shape;142;p45"/>
          <p:cNvSpPr txBox="1"/>
          <p:nvPr>
            <p:ph idx="1" type="body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marR="0" rtl="0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oto Sans Symbols"/>
              <a:buChar char="◈"/>
              <a:defRPr b="0" i="0" sz="2000" u="none" cap="none" strike="noStrike">
                <a:solidFill>
                  <a:schemeClr val="dk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-308610" lvl="1" marL="914400" marR="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260"/>
              <a:buFont typeface="Noto Sans Symbols"/>
              <a:buChar char="🞚"/>
              <a:defRPr b="0" i="0" sz="1800" u="none" cap="none" strike="noStrike">
                <a:solidFill>
                  <a:schemeClr val="dk2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indent="-299719" lvl="2" marL="1371600" marR="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Char char="◈"/>
              <a:defRPr b="0" i="0" sz="1600" u="none" cap="none" strike="noStrike">
                <a:solidFill>
                  <a:schemeClr val="dk2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indent="-290830" lvl="3" marL="1828800" marR="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Char char="🞚"/>
              <a:defRPr b="0" i="0" sz="1400" u="none" cap="none" strike="noStrike">
                <a:solidFill>
                  <a:schemeClr val="dk2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indent="-290829" lvl="4" marL="2286000" marR="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Char char="◈"/>
              <a:defRPr b="0" i="0" sz="1400" u="none" cap="none" strike="noStrike">
                <a:solidFill>
                  <a:schemeClr val="dk2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indent="-290829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Char char="◈"/>
              <a:defRPr b="0" i="0" sz="1400" u="none" cap="none" strike="noStrike">
                <a:solidFill>
                  <a:schemeClr val="dk2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indent="-290829" lvl="6" marL="3200400" marR="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Char char="◈"/>
              <a:defRPr b="0" i="0" sz="1400" u="none" cap="none" strike="noStrike">
                <a:solidFill>
                  <a:schemeClr val="dk2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indent="-290829" lvl="7" marL="3657600" marR="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Char char="◈"/>
              <a:defRPr b="0" i="0" sz="1400" u="none" cap="none" strike="noStrike">
                <a:solidFill>
                  <a:schemeClr val="dk2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indent="-290829" lvl="8" marL="4114800" marR="0" rtl="0" algn="l">
              <a:spcBef>
                <a:spcPts val="600"/>
              </a:spcBef>
              <a:spcAft>
                <a:spcPts val="600"/>
              </a:spcAft>
              <a:buClr>
                <a:schemeClr val="dk2"/>
              </a:buClr>
              <a:buSzPts val="980"/>
              <a:buFont typeface="Noto Sans Symbols"/>
              <a:buChar char="◈"/>
              <a:defRPr b="0" i="0" sz="1400" u="none" cap="none" strike="noStrike">
                <a:solidFill>
                  <a:schemeClr val="dk2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/>
        </p:txBody>
      </p:sp>
      <p:sp>
        <p:nvSpPr>
          <p:cNvPr id="143" name="Google Shape;143;p45"/>
          <p:cNvSpPr txBox="1"/>
          <p:nvPr>
            <p:ph idx="10" type="dt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/>
        </p:txBody>
      </p:sp>
      <p:sp>
        <p:nvSpPr>
          <p:cNvPr id="144" name="Google Shape;144;p45"/>
          <p:cNvSpPr txBox="1"/>
          <p:nvPr>
            <p:ph idx="11" type="ftr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/>
        </p:txBody>
      </p:sp>
      <p:sp>
        <p:nvSpPr>
          <p:cNvPr id="145" name="Google Shape;145;p45"/>
          <p:cNvSpPr txBox="1"/>
          <p:nvPr>
            <p:ph idx="12" type="sldNum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sz="1000" u="non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0" lvl="1" marL="0" marR="0" rtl="0" algn="r">
              <a:spcBef>
                <a:spcPts val="0"/>
              </a:spcBef>
              <a:buNone/>
              <a:defRPr b="0" sz="1000" u="non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indent="0" lvl="2" marL="0" marR="0" rtl="0" algn="r">
              <a:spcBef>
                <a:spcPts val="0"/>
              </a:spcBef>
              <a:buNone/>
              <a:defRPr b="0" sz="1000" u="non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indent="0" lvl="3" marL="0" marR="0" rtl="0" algn="r">
              <a:spcBef>
                <a:spcPts val="0"/>
              </a:spcBef>
              <a:buNone/>
              <a:defRPr b="0" sz="1000" u="non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indent="0" lvl="4" marL="0" marR="0" rtl="0" algn="r">
              <a:spcBef>
                <a:spcPts val="0"/>
              </a:spcBef>
              <a:buNone/>
              <a:defRPr b="0" sz="1000" u="non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indent="0" lvl="5" marL="0" marR="0" rtl="0" algn="r">
              <a:spcBef>
                <a:spcPts val="0"/>
              </a:spcBef>
              <a:buNone/>
              <a:defRPr b="0" sz="1000" u="non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indent="0" lvl="6" marL="0" marR="0" rtl="0" algn="r">
              <a:spcBef>
                <a:spcPts val="0"/>
              </a:spcBef>
              <a:buNone/>
              <a:defRPr b="0" sz="1000" u="non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indent="0" lvl="7" marL="0" marR="0" rtl="0" algn="r">
              <a:spcBef>
                <a:spcPts val="0"/>
              </a:spcBef>
              <a:buNone/>
              <a:defRPr b="0" sz="1000" u="non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indent="0" lvl="8" marL="0" marR="0" rtl="0" algn="r">
              <a:spcBef>
                <a:spcPts val="0"/>
              </a:spcBef>
              <a:buNone/>
              <a:defRPr b="0" sz="1000" u="non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7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1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2.png"/><Relationship Id="rId4" Type="http://schemas.openxmlformats.org/officeDocument/2006/relationships/image" Target="../media/image2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4.png"/><Relationship Id="rId4" Type="http://schemas.openxmlformats.org/officeDocument/2006/relationships/image" Target="../media/image1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.png"/><Relationship Id="rId4" Type="http://schemas.openxmlformats.org/officeDocument/2006/relationships/chart" Target="../charts/chart1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chart" Target="../charts/chart2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chart" Target="../charts/chart3.xml"/><Relationship Id="rId4" Type="http://schemas.openxmlformats.org/officeDocument/2006/relationships/chart" Target="../charts/chart4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.png"/><Relationship Id="rId4" Type="http://schemas.openxmlformats.org/officeDocument/2006/relationships/chart" Target="../charts/chart5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chart" Target="../charts/chart6.xml"/><Relationship Id="rId4" Type="http://schemas.openxmlformats.org/officeDocument/2006/relationships/chart" Target="../charts/chart7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chart" Target="../charts/chart8.xml"/><Relationship Id="rId4" Type="http://schemas.openxmlformats.org/officeDocument/2006/relationships/chart" Target="../charts/chart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6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chart" Target="../charts/chart10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6.png"/><Relationship Id="rId4" Type="http://schemas.openxmlformats.org/officeDocument/2006/relationships/image" Target="../media/image18.png"/><Relationship Id="rId5" Type="http://schemas.openxmlformats.org/officeDocument/2006/relationships/image" Target="../media/image23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5.png"/><Relationship Id="rId4" Type="http://schemas.openxmlformats.org/officeDocument/2006/relationships/image" Target="../media/image18.png"/><Relationship Id="rId5" Type="http://schemas.openxmlformats.org/officeDocument/2006/relationships/image" Target="../media/image22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6.png"/><Relationship Id="rId4" Type="http://schemas.openxmlformats.org/officeDocument/2006/relationships/image" Target="../media/image17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"/>
          <p:cNvSpPr txBox="1"/>
          <p:nvPr>
            <p:ph type="ctrTitle"/>
          </p:nvPr>
        </p:nvSpPr>
        <p:spPr>
          <a:xfrm>
            <a:off x="1370693" y="1769540"/>
            <a:ext cx="9440034" cy="1828801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100000"/>
              <a:buFont typeface="Lustria"/>
              <a:buNone/>
            </a:pPr>
            <a:r>
              <a:rPr lang="nl-NL"/>
              <a:t>Total Cost of Ownership model – </a:t>
            </a:r>
            <a:r>
              <a:rPr lang="nl-NL"/>
              <a:t>--Innovation--</a:t>
            </a:r>
            <a:r>
              <a:rPr lang="nl-NL"/>
              <a:t> systems</a:t>
            </a:r>
            <a:endParaRPr/>
          </a:p>
        </p:txBody>
      </p:sp>
      <p:sp>
        <p:nvSpPr>
          <p:cNvPr id="157" name="Google Shape;157;p1"/>
          <p:cNvSpPr txBox="1"/>
          <p:nvPr>
            <p:ph idx="1" type="subTitle"/>
          </p:nvPr>
        </p:nvSpPr>
        <p:spPr>
          <a:xfrm>
            <a:off x="1370693" y="3598339"/>
            <a:ext cx="9440034" cy="1049867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nl-NL"/>
              <a:t>Michiel Tognini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"/>
          <p:cNvSpPr txBox="1"/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Lustria"/>
              <a:buNone/>
            </a:pPr>
            <a:r>
              <a:rPr lang="nl-NL"/>
              <a:t>Inhoud</a:t>
            </a:r>
            <a:endParaRPr/>
          </a:p>
        </p:txBody>
      </p:sp>
      <p:sp>
        <p:nvSpPr>
          <p:cNvPr id="163" name="Google Shape;163;p2"/>
          <p:cNvSpPr txBox="1"/>
          <p:nvPr>
            <p:ph idx="1" type="body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06000" lvl="0" marL="342900" rtl="0" algn="l">
              <a:spcBef>
                <a:spcPts val="0"/>
              </a:spcBef>
              <a:spcAft>
                <a:spcPts val="0"/>
              </a:spcAft>
              <a:buSzPts val="1400"/>
              <a:buChar char="◈"/>
            </a:pPr>
            <a:r>
              <a:rPr lang="nl-NL"/>
              <a:t>1. Definitie Total Cost of Ownership</a:t>
            </a:r>
            <a:endParaRPr/>
          </a:p>
          <a:p>
            <a:pPr indent="-306000" lvl="0" marL="342900" rtl="0" algn="l">
              <a:spcBef>
                <a:spcPts val="1000"/>
              </a:spcBef>
              <a:spcAft>
                <a:spcPts val="0"/>
              </a:spcAft>
              <a:buSzPts val="1400"/>
              <a:buChar char="◈"/>
            </a:pPr>
            <a:r>
              <a:rPr lang="nl-NL"/>
              <a:t>2. Voorgaand onderzoek TCO componenten</a:t>
            </a:r>
            <a:endParaRPr/>
          </a:p>
          <a:p>
            <a:pPr indent="-306000" lvl="0" marL="342900" rtl="0" algn="l">
              <a:spcBef>
                <a:spcPts val="1000"/>
              </a:spcBef>
              <a:spcAft>
                <a:spcPts val="0"/>
              </a:spcAft>
              <a:buSzPts val="1400"/>
              <a:buChar char="◈"/>
            </a:pPr>
            <a:r>
              <a:rPr lang="nl-NL"/>
              <a:t>3. Methodologie</a:t>
            </a:r>
            <a:endParaRPr/>
          </a:p>
          <a:p>
            <a:pPr indent="-306000" lvl="0" marL="342900" rtl="0" algn="l">
              <a:spcBef>
                <a:spcPts val="1000"/>
              </a:spcBef>
              <a:spcAft>
                <a:spcPts val="0"/>
              </a:spcAft>
              <a:buSzPts val="1400"/>
              <a:buChar char="◈"/>
            </a:pPr>
            <a:r>
              <a:rPr lang="nl-NL"/>
              <a:t>4. Assumpties berekeningen</a:t>
            </a:r>
            <a:endParaRPr/>
          </a:p>
          <a:p>
            <a:pPr indent="-306000" lvl="0" marL="342900" rtl="0" algn="l">
              <a:spcBef>
                <a:spcPts val="1000"/>
              </a:spcBef>
              <a:spcAft>
                <a:spcPts val="0"/>
              </a:spcAft>
              <a:buSzPts val="1400"/>
              <a:buChar char="◈"/>
            </a:pPr>
            <a:r>
              <a:rPr lang="nl-NL"/>
              <a:t>5. Uitleg model </a:t>
            </a:r>
            <a:endParaRPr/>
          </a:p>
          <a:p>
            <a:pPr indent="-306000" lvl="0" marL="342900" rtl="0" algn="l">
              <a:spcBef>
                <a:spcPts val="1000"/>
              </a:spcBef>
              <a:spcAft>
                <a:spcPts val="0"/>
              </a:spcAft>
              <a:buSzPts val="1400"/>
              <a:buChar char="◈"/>
            </a:pPr>
            <a:r>
              <a:rPr lang="nl-NL"/>
              <a:t>6. Discussie en conclusie</a:t>
            </a:r>
            <a:endParaRPr/>
          </a:p>
          <a:p>
            <a:pPr indent="-217100" lvl="0" marL="342900" rtl="0" algn="l">
              <a:spcBef>
                <a:spcPts val="10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-217100" lvl="0" marL="342900" rtl="0" algn="l">
              <a:spcBef>
                <a:spcPts val="10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1" marL="450000" rtl="0" algn="l">
              <a:spcBef>
                <a:spcPts val="960"/>
              </a:spcBef>
              <a:spcAft>
                <a:spcPts val="0"/>
              </a:spcAft>
              <a:buSzPts val="126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"/>
          <p:cNvSpPr txBox="1"/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100000"/>
              <a:buFont typeface="Lustria"/>
              <a:buNone/>
            </a:pPr>
            <a:r>
              <a:rPr lang="nl-NL"/>
              <a:t>1. Definitie Total Cost of Ownership</a:t>
            </a:r>
            <a:br>
              <a:rPr lang="nl-NL"/>
            </a:br>
            <a:endParaRPr/>
          </a:p>
        </p:txBody>
      </p:sp>
      <p:sp>
        <p:nvSpPr>
          <p:cNvPr id="169" name="Google Shape;169;p3"/>
          <p:cNvSpPr txBox="1"/>
          <p:nvPr>
            <p:ph idx="1" type="body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06000" lvl="0" marL="342900" rtl="0" algn="l">
              <a:spcBef>
                <a:spcPts val="0"/>
              </a:spcBef>
              <a:spcAft>
                <a:spcPts val="0"/>
              </a:spcAft>
              <a:buSzPts val="1400"/>
              <a:buChar char="◈"/>
            </a:pPr>
            <a:r>
              <a:rPr lang="nl-NL"/>
              <a:t>Strategische tool lifecycle management</a:t>
            </a:r>
            <a:endParaRPr/>
          </a:p>
          <a:p>
            <a:pPr indent="-306000" lvl="0" marL="342900" rtl="0" algn="l">
              <a:spcBef>
                <a:spcPts val="1000"/>
              </a:spcBef>
              <a:spcAft>
                <a:spcPts val="0"/>
              </a:spcAft>
              <a:buSzPts val="1400"/>
              <a:buChar char="◈"/>
            </a:pPr>
            <a:r>
              <a:rPr lang="nl-NL"/>
              <a:t>Meerdere doeleinden:</a:t>
            </a:r>
            <a:endParaRPr/>
          </a:p>
          <a:p>
            <a:pPr indent="-270000" lvl="1" marL="720000" rtl="0" algn="l">
              <a:spcBef>
                <a:spcPts val="960"/>
              </a:spcBef>
              <a:spcAft>
                <a:spcPts val="0"/>
              </a:spcAft>
              <a:buSzPts val="1260"/>
              <a:buChar char="🞚"/>
            </a:pPr>
            <a:r>
              <a:rPr lang="nl-NL"/>
              <a:t>Vendor selection</a:t>
            </a:r>
            <a:endParaRPr/>
          </a:p>
          <a:p>
            <a:pPr indent="-270000" lvl="1" marL="720000" rtl="0" algn="l">
              <a:spcBef>
                <a:spcPts val="960"/>
              </a:spcBef>
              <a:spcAft>
                <a:spcPts val="0"/>
              </a:spcAft>
              <a:buSzPts val="1260"/>
              <a:buChar char="🞚"/>
            </a:pPr>
            <a:r>
              <a:rPr lang="nl-NL"/>
              <a:t>Asset configuration</a:t>
            </a:r>
            <a:endParaRPr/>
          </a:p>
          <a:p>
            <a:pPr indent="-270000" lvl="1" marL="720000" rtl="0" algn="l">
              <a:spcBef>
                <a:spcPts val="960"/>
              </a:spcBef>
              <a:spcAft>
                <a:spcPts val="0"/>
              </a:spcAft>
              <a:buSzPts val="1260"/>
              <a:buChar char="🞚"/>
            </a:pPr>
            <a:r>
              <a:rPr lang="nl-NL"/>
              <a:t>Contract definitions suppliers</a:t>
            </a:r>
            <a:endParaRPr/>
          </a:p>
          <a:p>
            <a:pPr indent="-270000" lvl="1" marL="720000" rtl="0" algn="l">
              <a:spcBef>
                <a:spcPts val="960"/>
              </a:spcBef>
              <a:spcAft>
                <a:spcPts val="0"/>
              </a:spcAft>
              <a:buSzPts val="1260"/>
              <a:buChar char="🞚"/>
            </a:pPr>
            <a:r>
              <a:rPr lang="nl-NL"/>
              <a:t>Operational decisions</a:t>
            </a:r>
            <a:endParaRPr/>
          </a:p>
          <a:p>
            <a:pPr indent="-306000" lvl="0" marL="342900" rtl="0" algn="l">
              <a:spcBef>
                <a:spcPts val="1000"/>
              </a:spcBef>
              <a:spcAft>
                <a:spcPts val="0"/>
              </a:spcAft>
              <a:buSzPts val="1400"/>
              <a:buChar char="◈"/>
            </a:pPr>
            <a:r>
              <a:rPr lang="nl-NL"/>
              <a:t>Ex-ante &amp; Ex-post methode</a:t>
            </a:r>
            <a:endParaRPr/>
          </a:p>
          <a:p>
            <a:pPr indent="-306000" lvl="0" marL="342900" rtl="0" algn="l">
              <a:spcBef>
                <a:spcPts val="1000"/>
              </a:spcBef>
              <a:spcAft>
                <a:spcPts val="0"/>
              </a:spcAft>
              <a:buSzPts val="1400"/>
              <a:buChar char="◈"/>
            </a:pPr>
            <a:r>
              <a:rPr lang="nl-NL"/>
              <a:t>Cost performance systeem</a:t>
            </a:r>
            <a:endParaRPr/>
          </a:p>
          <a:p>
            <a:pPr indent="-189990" lvl="1" marL="720000" rtl="0" algn="l">
              <a:spcBef>
                <a:spcPts val="960"/>
              </a:spcBef>
              <a:spcAft>
                <a:spcPts val="0"/>
              </a:spcAft>
              <a:buSzPts val="1260"/>
              <a:buNone/>
            </a:pPr>
            <a:r>
              <a:t/>
            </a:r>
            <a:endParaRPr/>
          </a:p>
          <a:p>
            <a:pPr indent="-189990" lvl="1" marL="720000" rtl="0" algn="l">
              <a:spcBef>
                <a:spcPts val="960"/>
              </a:spcBef>
              <a:spcAft>
                <a:spcPts val="0"/>
              </a:spcAft>
              <a:buSzPts val="1260"/>
              <a:buNone/>
            </a:pPr>
            <a:r>
              <a:t/>
            </a:r>
            <a:endParaRPr/>
          </a:p>
          <a:p>
            <a:pPr indent="-189990" lvl="1" marL="720000" rtl="0" algn="l">
              <a:spcBef>
                <a:spcPts val="960"/>
              </a:spcBef>
              <a:spcAft>
                <a:spcPts val="0"/>
              </a:spcAft>
              <a:buSzPts val="1260"/>
              <a:buNone/>
            </a:pPr>
            <a:r>
              <a:t/>
            </a:r>
            <a:endParaRPr/>
          </a:p>
          <a:p>
            <a:pPr indent="-189990" lvl="1" marL="720000" rtl="0" algn="l">
              <a:spcBef>
                <a:spcPts val="960"/>
              </a:spcBef>
              <a:spcAft>
                <a:spcPts val="0"/>
              </a:spcAft>
              <a:buSzPts val="1260"/>
              <a:buNone/>
            </a:pPr>
            <a:r>
              <a:t/>
            </a:r>
            <a:endParaRPr/>
          </a:p>
          <a:p>
            <a:pPr indent="-189990" lvl="1" marL="720000" rtl="0" algn="l">
              <a:spcBef>
                <a:spcPts val="960"/>
              </a:spcBef>
              <a:spcAft>
                <a:spcPts val="0"/>
              </a:spcAft>
              <a:buSzPts val="1260"/>
              <a:buNone/>
            </a:pPr>
            <a:r>
              <a:t/>
            </a:r>
            <a:endParaRPr/>
          </a:p>
          <a:p>
            <a:pPr indent="-189990" lvl="1" marL="720000" rtl="0" algn="l">
              <a:spcBef>
                <a:spcPts val="960"/>
              </a:spcBef>
              <a:spcAft>
                <a:spcPts val="0"/>
              </a:spcAft>
              <a:buSzPts val="1260"/>
              <a:buNone/>
            </a:pPr>
            <a:r>
              <a:t/>
            </a:r>
            <a:endParaRPr/>
          </a:p>
          <a:p>
            <a:pPr indent="-189990" lvl="1" marL="720000" rtl="0" algn="l">
              <a:spcBef>
                <a:spcPts val="960"/>
              </a:spcBef>
              <a:spcAft>
                <a:spcPts val="0"/>
              </a:spcAft>
              <a:buSzPts val="1260"/>
              <a:buNone/>
            </a:pPr>
            <a:r>
              <a:t/>
            </a:r>
            <a:endParaRPr/>
          </a:p>
          <a:p>
            <a:pPr indent="-189990" lvl="1" marL="720000" rtl="0" algn="l">
              <a:spcBef>
                <a:spcPts val="960"/>
              </a:spcBef>
              <a:spcAft>
                <a:spcPts val="0"/>
              </a:spcAft>
              <a:buSzPts val="1260"/>
              <a:buNone/>
            </a:pPr>
            <a:r>
              <a:t/>
            </a:r>
            <a:endParaRPr/>
          </a:p>
          <a:p>
            <a:pPr indent="-189990" lvl="1" marL="720000" rtl="0" algn="l">
              <a:spcBef>
                <a:spcPts val="960"/>
              </a:spcBef>
              <a:spcAft>
                <a:spcPts val="0"/>
              </a:spcAft>
              <a:buSzPts val="126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"/>
          <p:cNvSpPr txBox="1"/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Lustria"/>
              <a:buNone/>
            </a:pPr>
            <a:r>
              <a:rPr lang="nl-NL"/>
              <a:t>2. Voorgaand onderzoek TCO componenten</a:t>
            </a:r>
            <a:endParaRPr/>
          </a:p>
        </p:txBody>
      </p:sp>
      <p:sp>
        <p:nvSpPr>
          <p:cNvPr id="175" name="Google Shape;175;p4"/>
          <p:cNvSpPr txBox="1"/>
          <p:nvPr>
            <p:ph idx="1" type="body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06000" lvl="0" marL="342900" rtl="0" algn="l">
              <a:spcBef>
                <a:spcPts val="0"/>
              </a:spcBef>
              <a:spcAft>
                <a:spcPts val="0"/>
              </a:spcAft>
              <a:buSzPts val="1400"/>
              <a:buChar char="◈"/>
            </a:pPr>
            <a:r>
              <a:rPr lang="nl-NL"/>
              <a:t>Thijs Herwig (2018)</a:t>
            </a:r>
            <a:endParaRPr/>
          </a:p>
          <a:p>
            <a:pPr indent="-306000" lvl="0" marL="342900" rtl="0" algn="l">
              <a:spcBef>
                <a:spcPts val="1000"/>
              </a:spcBef>
              <a:spcAft>
                <a:spcPts val="0"/>
              </a:spcAft>
              <a:buSzPts val="1400"/>
              <a:buChar char="◈"/>
            </a:pPr>
            <a:r>
              <a:rPr lang="nl-NL"/>
              <a:t>Peter Swaving Dijkstra (2020)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5"/>
          <p:cNvSpPr txBox="1"/>
          <p:nvPr>
            <p:ph idx="1" type="body"/>
          </p:nvPr>
        </p:nvSpPr>
        <p:spPr>
          <a:xfrm>
            <a:off x="913795" y="2127623"/>
            <a:ext cx="5978072" cy="3567225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06000" lvl="0" marL="342900" rtl="0" algn="l">
              <a:spcBef>
                <a:spcPts val="0"/>
              </a:spcBef>
              <a:spcAft>
                <a:spcPts val="0"/>
              </a:spcAft>
              <a:buSzPts val="1400"/>
              <a:buChar char="◈"/>
            </a:pPr>
            <a:r>
              <a:rPr lang="nl-NL"/>
              <a:t>Herwig</a:t>
            </a:r>
            <a:endParaRPr/>
          </a:p>
          <a:p>
            <a:pPr indent="-270000" lvl="1" marL="720000" rtl="0" algn="l">
              <a:spcBef>
                <a:spcPts val="960"/>
              </a:spcBef>
              <a:spcAft>
                <a:spcPts val="0"/>
              </a:spcAft>
              <a:buSzPts val="1260"/>
              <a:buChar char="🞚"/>
            </a:pPr>
            <a:r>
              <a:rPr lang="nl-NL"/>
              <a:t>Oud concept</a:t>
            </a:r>
            <a:endParaRPr/>
          </a:p>
          <a:p>
            <a:pPr indent="-270000" lvl="1" marL="720000" rtl="0" algn="l">
              <a:spcBef>
                <a:spcPts val="960"/>
              </a:spcBef>
              <a:spcAft>
                <a:spcPts val="0"/>
              </a:spcAft>
              <a:buSzPts val="1260"/>
              <a:buChar char="🞚"/>
            </a:pPr>
            <a:r>
              <a:rPr lang="nl-NL"/>
              <a:t>Beton</a:t>
            </a:r>
            <a:endParaRPr/>
          </a:p>
          <a:p>
            <a:pPr indent="-306000" lvl="0" marL="342900" rtl="0" algn="l">
              <a:spcBef>
                <a:spcPts val="1000"/>
              </a:spcBef>
              <a:spcAft>
                <a:spcPts val="0"/>
              </a:spcAft>
              <a:buSzPts val="1400"/>
              <a:buChar char="◈"/>
            </a:pPr>
            <a:r>
              <a:rPr lang="nl-NL"/>
              <a:t>Dijkstra</a:t>
            </a:r>
            <a:endParaRPr/>
          </a:p>
          <a:p>
            <a:pPr indent="-270000" lvl="1" marL="720000" rtl="0" algn="l">
              <a:spcBef>
                <a:spcPts val="960"/>
              </a:spcBef>
              <a:spcAft>
                <a:spcPts val="0"/>
              </a:spcAft>
              <a:buSzPts val="1260"/>
              <a:buChar char="🞚"/>
            </a:pPr>
            <a:r>
              <a:rPr lang="nl-NL"/>
              <a:t>Reservoir inputs 🡪 Volumetric capacity</a:t>
            </a:r>
            <a:endParaRPr/>
          </a:p>
          <a:p>
            <a:pPr indent="-270000" lvl="1" marL="720000" rtl="0" algn="l">
              <a:spcBef>
                <a:spcPts val="960"/>
              </a:spcBef>
              <a:spcAft>
                <a:spcPts val="0"/>
              </a:spcAft>
              <a:buSzPts val="1260"/>
              <a:buChar char="🞚"/>
            </a:pPr>
            <a:r>
              <a:rPr lang="nl-NL"/>
              <a:t>Assumpties:</a:t>
            </a:r>
            <a:endParaRPr/>
          </a:p>
          <a:p>
            <a:pPr indent="-216000" lvl="2" marL="1026000" rtl="0" algn="l">
              <a:spcBef>
                <a:spcPts val="920"/>
              </a:spcBef>
              <a:spcAft>
                <a:spcPts val="0"/>
              </a:spcAft>
              <a:buSzPts val="1120"/>
              <a:buChar char="◈"/>
            </a:pPr>
            <a:r>
              <a:rPr lang="nl-NL"/>
              <a:t>12,000 kubieke meter</a:t>
            </a:r>
            <a:endParaRPr/>
          </a:p>
          <a:p>
            <a:pPr indent="-216000" lvl="2" marL="1026000" rtl="0" algn="l">
              <a:spcBef>
                <a:spcPts val="920"/>
              </a:spcBef>
              <a:spcAft>
                <a:spcPts val="0"/>
              </a:spcAft>
              <a:buSzPts val="1120"/>
              <a:buChar char="◈"/>
            </a:pPr>
            <a:r>
              <a:rPr lang="nl-NL"/>
              <a:t>70x20x10</a:t>
            </a:r>
            <a:endParaRPr/>
          </a:p>
          <a:p>
            <a:pPr indent="-189990" lvl="1" marL="720000" rtl="0" algn="l">
              <a:spcBef>
                <a:spcPts val="960"/>
              </a:spcBef>
              <a:spcAft>
                <a:spcPts val="0"/>
              </a:spcAft>
              <a:buSzPts val="1260"/>
              <a:buNone/>
            </a:pPr>
            <a:r>
              <a:t/>
            </a:r>
            <a:endParaRPr/>
          </a:p>
          <a:p>
            <a:pPr indent="-189990" lvl="1" marL="720000" rtl="0" algn="l">
              <a:spcBef>
                <a:spcPts val="960"/>
              </a:spcBef>
              <a:spcAft>
                <a:spcPts val="0"/>
              </a:spcAft>
              <a:buSzPts val="1260"/>
              <a:buNone/>
            </a:pPr>
            <a:r>
              <a:t/>
            </a:r>
            <a:endParaRPr/>
          </a:p>
          <a:p>
            <a:pPr indent="-189990" lvl="1" marL="720000" rtl="0" algn="l">
              <a:spcBef>
                <a:spcPts val="960"/>
              </a:spcBef>
              <a:spcAft>
                <a:spcPts val="0"/>
              </a:spcAft>
              <a:buSzPts val="1260"/>
              <a:buNone/>
            </a:pPr>
            <a:r>
              <a:t/>
            </a:r>
            <a:endParaRPr/>
          </a:p>
          <a:p>
            <a:pPr indent="0" lvl="1" marL="450000" rtl="0" algn="l">
              <a:spcBef>
                <a:spcPts val="960"/>
              </a:spcBef>
              <a:spcAft>
                <a:spcPts val="0"/>
              </a:spcAft>
              <a:buSzPts val="1260"/>
              <a:buNone/>
            </a:pPr>
            <a:r>
              <a:t/>
            </a:r>
            <a:endParaRPr/>
          </a:p>
        </p:txBody>
      </p:sp>
      <p:pic>
        <p:nvPicPr>
          <p:cNvPr id="181" name="Google Shape;181;p5"/>
          <p:cNvPicPr preferRelativeResize="0"/>
          <p:nvPr/>
        </p:nvPicPr>
        <p:blipFill rotWithShape="1">
          <a:blip r:embed="rId4">
            <a:alphaModFix/>
          </a:blip>
          <a:srcRect b="1446" l="0" r="2806" t="964"/>
          <a:stretch/>
        </p:blipFill>
        <p:spPr>
          <a:xfrm>
            <a:off x="7232905" y="1"/>
            <a:ext cx="4959095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52945" y="643465"/>
            <a:ext cx="2847988" cy="5103372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5"/>
          <p:cNvSpPr txBox="1"/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Lustria"/>
              <a:buNone/>
            </a:pPr>
            <a:r>
              <a:rPr lang="nl-NL" sz="3200"/>
              <a:t>2.1 Flexible bladder</a:t>
            </a:r>
            <a:endParaRPr sz="3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6"/>
          <p:cNvSpPr txBox="1"/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Lustria"/>
              <a:buNone/>
            </a:pPr>
            <a:r>
              <a:rPr lang="nl-NL" sz="3200"/>
              <a:t>2.2 Flexible bladder</a:t>
            </a:r>
            <a:endParaRPr sz="3200"/>
          </a:p>
        </p:txBody>
      </p:sp>
      <p:sp>
        <p:nvSpPr>
          <p:cNvPr id="189" name="Google Shape;189;p6"/>
          <p:cNvSpPr txBox="1"/>
          <p:nvPr>
            <p:ph idx="1" type="body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06000" lvl="0" marL="342900" rtl="0" algn="l">
              <a:spcBef>
                <a:spcPts val="0"/>
              </a:spcBef>
              <a:spcAft>
                <a:spcPts val="0"/>
              </a:spcAft>
              <a:buSzPts val="1400"/>
              <a:buChar char="◈"/>
            </a:pPr>
            <a:r>
              <a:rPr lang="nl-NL"/>
              <a:t> 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7"/>
          <p:cNvSpPr txBox="1"/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Lustria"/>
              <a:buNone/>
            </a:pPr>
            <a:r>
              <a:rPr lang="nl-NL" sz="3200"/>
              <a:t>2.3 Turbine systeem</a:t>
            </a:r>
            <a:endParaRPr sz="3200"/>
          </a:p>
        </p:txBody>
      </p:sp>
      <p:sp>
        <p:nvSpPr>
          <p:cNvPr id="195" name="Google Shape;195;p7"/>
          <p:cNvSpPr txBox="1"/>
          <p:nvPr>
            <p:ph idx="1" type="body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06000" lvl="0" marL="342900" rtl="0" algn="l">
              <a:spcBef>
                <a:spcPts val="0"/>
              </a:spcBef>
              <a:spcAft>
                <a:spcPts val="0"/>
              </a:spcAft>
              <a:buSzPts val="1400"/>
              <a:buChar char="◈"/>
            </a:pPr>
            <a:r>
              <a:rPr lang="nl-NL"/>
              <a:t> 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8"/>
          <p:cNvSpPr txBox="1"/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Lustria"/>
              <a:buNone/>
            </a:pPr>
            <a:r>
              <a:rPr lang="nl-NL" sz="3200"/>
              <a:t>2.4 Grid connectie</a:t>
            </a:r>
            <a:endParaRPr sz="3200"/>
          </a:p>
        </p:txBody>
      </p:sp>
      <p:sp>
        <p:nvSpPr>
          <p:cNvPr id="201" name="Google Shape;201;p8"/>
          <p:cNvSpPr txBox="1"/>
          <p:nvPr>
            <p:ph idx="1" type="body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06000" lvl="0" marL="342900" rtl="0" algn="l">
              <a:spcBef>
                <a:spcPts val="0"/>
              </a:spcBef>
              <a:spcAft>
                <a:spcPts val="0"/>
              </a:spcAft>
              <a:buSzPts val="1400"/>
              <a:buChar char="◈"/>
            </a:pPr>
            <a:r>
              <a:rPr lang="nl-NL"/>
              <a:t>Herwig</a:t>
            </a:r>
            <a:endParaRPr/>
          </a:p>
          <a:p>
            <a:pPr indent="-270000" lvl="1" marL="720000" rtl="0" algn="l">
              <a:spcBef>
                <a:spcPts val="960"/>
              </a:spcBef>
              <a:spcAft>
                <a:spcPts val="0"/>
              </a:spcAft>
              <a:buSzPts val="1260"/>
              <a:buChar char="🞚"/>
            </a:pPr>
            <a:r>
              <a:rPr lang="nl-NL"/>
              <a:t>12% van de Procurement cost</a:t>
            </a:r>
            <a:endParaRPr/>
          </a:p>
          <a:p>
            <a:pPr indent="-217100" lvl="0" marL="342900" rtl="0" algn="l">
              <a:spcBef>
                <a:spcPts val="10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-306000" lvl="0" marL="342900" rtl="0" algn="l">
              <a:spcBef>
                <a:spcPts val="1000"/>
              </a:spcBef>
              <a:spcAft>
                <a:spcPts val="0"/>
              </a:spcAft>
              <a:buSzPts val="1400"/>
              <a:buChar char="◈"/>
            </a:pPr>
            <a:r>
              <a:rPr lang="nl-NL"/>
              <a:t>Dijkstra</a:t>
            </a:r>
            <a:endParaRPr/>
          </a:p>
          <a:p>
            <a:pPr indent="-270000" lvl="1" marL="720000" rtl="0" algn="l">
              <a:spcBef>
                <a:spcPts val="960"/>
              </a:spcBef>
              <a:spcAft>
                <a:spcPts val="0"/>
              </a:spcAft>
              <a:buSzPts val="1260"/>
              <a:buChar char="🞚"/>
            </a:pPr>
            <a:r>
              <a:rPr lang="nl-NL"/>
              <a:t>€270,000 per MW power capacity</a:t>
            </a:r>
            <a:endParaRPr/>
          </a:p>
          <a:p>
            <a:pPr indent="-270000" lvl="1" marL="720000" rtl="0" algn="l">
              <a:spcBef>
                <a:spcPts val="960"/>
              </a:spcBef>
              <a:spcAft>
                <a:spcPts val="0"/>
              </a:spcAft>
              <a:buSzPts val="1260"/>
              <a:buChar char="🞚"/>
            </a:pPr>
            <a:r>
              <a:rPr lang="nl-NL"/>
              <a:t>16% van total investment cost</a:t>
            </a:r>
            <a:endParaRPr/>
          </a:p>
          <a:p>
            <a:pPr indent="-217100" lvl="0" marL="342900" rtl="0" algn="l">
              <a:spcBef>
                <a:spcPts val="10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-306000" lvl="0" marL="342900" rtl="0" algn="l">
              <a:spcBef>
                <a:spcPts val="1000"/>
              </a:spcBef>
              <a:spcAft>
                <a:spcPts val="0"/>
              </a:spcAft>
              <a:buSzPts val="1400"/>
              <a:buChar char="◈"/>
            </a:pPr>
            <a:r>
              <a:rPr lang="nl-NL"/>
              <a:t>Research Emilija Lazdanaitė 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9"/>
          <p:cNvSpPr txBox="1"/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Lustria"/>
              <a:buNone/>
            </a:pPr>
            <a:r>
              <a:rPr lang="nl-NL" sz="3200"/>
              <a:t>2.5 Assembly</a:t>
            </a:r>
            <a:endParaRPr sz="3200"/>
          </a:p>
        </p:txBody>
      </p:sp>
      <p:sp>
        <p:nvSpPr>
          <p:cNvPr id="207" name="Google Shape;207;p9"/>
          <p:cNvSpPr txBox="1"/>
          <p:nvPr>
            <p:ph idx="1" type="body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06000" lvl="0" marL="342900" rtl="0" algn="l">
              <a:spcBef>
                <a:spcPts val="0"/>
              </a:spcBef>
              <a:spcAft>
                <a:spcPts val="0"/>
              </a:spcAft>
              <a:buSzPts val="1400"/>
              <a:buChar char="◈"/>
            </a:pPr>
            <a:r>
              <a:rPr lang="nl-NL"/>
              <a:t>Internship Di Donna</a:t>
            </a:r>
            <a:endParaRPr/>
          </a:p>
          <a:p>
            <a:pPr indent="-270000" lvl="1" marL="720000" rtl="0" algn="l">
              <a:spcBef>
                <a:spcPts val="960"/>
              </a:spcBef>
              <a:spcAft>
                <a:spcPts val="0"/>
              </a:spcAft>
              <a:buSzPts val="1260"/>
              <a:buChar char="🞚"/>
            </a:pPr>
            <a:r>
              <a:rPr lang="nl-NL"/>
              <a:t>Dagen per assemblie operatie</a:t>
            </a:r>
            <a:endParaRPr/>
          </a:p>
          <a:p>
            <a:pPr indent="-270000" lvl="1" marL="720000" rtl="0" algn="l">
              <a:spcBef>
                <a:spcPts val="960"/>
              </a:spcBef>
              <a:spcAft>
                <a:spcPts val="0"/>
              </a:spcAft>
              <a:buSzPts val="1260"/>
              <a:buChar char="🞚"/>
            </a:pPr>
            <a:r>
              <a:rPr lang="nl-NL"/>
              <a:t>Kosten per dag</a:t>
            </a:r>
            <a:endParaRPr/>
          </a:p>
          <a:p>
            <a:pPr indent="-306000" lvl="0" marL="342900" rtl="0" algn="l">
              <a:spcBef>
                <a:spcPts val="1000"/>
              </a:spcBef>
              <a:spcAft>
                <a:spcPts val="0"/>
              </a:spcAft>
              <a:buSzPts val="1400"/>
              <a:buChar char="◈"/>
            </a:pPr>
            <a:r>
              <a:rPr lang="nl-NL"/>
              <a:t>Dijkstra</a:t>
            </a:r>
            <a:endParaRPr/>
          </a:p>
          <a:p>
            <a:pPr indent="-270000" lvl="1" marL="720000" rtl="0" algn="l">
              <a:spcBef>
                <a:spcPts val="960"/>
              </a:spcBef>
              <a:spcAft>
                <a:spcPts val="0"/>
              </a:spcAft>
              <a:buSzPts val="1260"/>
              <a:buChar char="🞚"/>
            </a:pPr>
            <a:r>
              <a:rPr lang="nl-NL"/>
              <a:t>Zelfde methode, kleine aanpassing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0"/>
          <p:cNvSpPr txBox="1"/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Lustria"/>
              <a:buNone/>
            </a:pPr>
            <a:r>
              <a:rPr lang="nl-NL" sz="3200"/>
              <a:t>2.6 Installatie</a:t>
            </a:r>
            <a:endParaRPr sz="3200"/>
          </a:p>
        </p:txBody>
      </p:sp>
      <p:sp>
        <p:nvSpPr>
          <p:cNvPr id="213" name="Google Shape;213;p10"/>
          <p:cNvSpPr txBox="1"/>
          <p:nvPr>
            <p:ph idx="1" type="body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06000" lvl="0" marL="342900" rtl="0" algn="l">
              <a:spcBef>
                <a:spcPts val="0"/>
              </a:spcBef>
              <a:spcAft>
                <a:spcPts val="0"/>
              </a:spcAft>
              <a:buSzPts val="1400"/>
              <a:buChar char="◈"/>
            </a:pPr>
            <a:r>
              <a:rPr lang="nl-NL"/>
              <a:t>Dijkstra:</a:t>
            </a:r>
            <a:endParaRPr/>
          </a:p>
          <a:p>
            <a:pPr indent="-270000" lvl="1" marL="720000" rtl="0" algn="l">
              <a:spcBef>
                <a:spcPts val="960"/>
              </a:spcBef>
              <a:spcAft>
                <a:spcPts val="0"/>
              </a:spcAft>
              <a:buSzPts val="1260"/>
              <a:buChar char="🞚"/>
            </a:pPr>
            <a:r>
              <a:rPr lang="nl-NL"/>
              <a:t>Dredging days</a:t>
            </a:r>
            <a:endParaRPr/>
          </a:p>
          <a:p>
            <a:pPr indent="-270000" lvl="1" marL="720000" rtl="0" algn="l">
              <a:spcBef>
                <a:spcPts val="960"/>
              </a:spcBef>
              <a:spcAft>
                <a:spcPts val="0"/>
              </a:spcAft>
              <a:buSzPts val="1260"/>
              <a:buChar char="🞚"/>
            </a:pPr>
            <a:r>
              <a:rPr lang="nl-NL"/>
              <a:t>Depositioning days</a:t>
            </a:r>
            <a:endParaRPr/>
          </a:p>
          <a:p>
            <a:pPr indent="-270000" lvl="1" marL="720000" rtl="0" algn="l">
              <a:spcBef>
                <a:spcPts val="960"/>
              </a:spcBef>
              <a:spcAft>
                <a:spcPts val="0"/>
              </a:spcAft>
              <a:buSzPts val="1260"/>
              <a:buChar char="🞚"/>
            </a:pPr>
            <a:r>
              <a:rPr lang="nl-NL"/>
              <a:t>1  gecombineerde dag vessel rent voor towing en cable placement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1"/>
          <p:cNvSpPr txBox="1"/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Lustria"/>
              <a:buNone/>
            </a:pPr>
            <a:r>
              <a:rPr lang="nl-NL" sz="3200"/>
              <a:t>2.7 Operation &amp; Maintenance</a:t>
            </a:r>
            <a:endParaRPr sz="3200"/>
          </a:p>
        </p:txBody>
      </p:sp>
      <p:sp>
        <p:nvSpPr>
          <p:cNvPr id="219" name="Google Shape;219;p11"/>
          <p:cNvSpPr txBox="1"/>
          <p:nvPr>
            <p:ph idx="1" type="body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06000" lvl="0" marL="342900" rtl="0" algn="l">
              <a:spcBef>
                <a:spcPts val="0"/>
              </a:spcBef>
              <a:spcAft>
                <a:spcPts val="0"/>
              </a:spcAft>
              <a:buSzPts val="1400"/>
              <a:buChar char="◈"/>
            </a:pPr>
            <a:r>
              <a:rPr lang="nl-NL"/>
              <a:t>Herwig: Gecombineerde methode</a:t>
            </a:r>
            <a:endParaRPr/>
          </a:p>
          <a:p>
            <a:pPr indent="-270000" lvl="1" marL="720000" rtl="0" algn="l">
              <a:spcBef>
                <a:spcPts val="960"/>
              </a:spcBef>
              <a:spcAft>
                <a:spcPts val="0"/>
              </a:spcAft>
              <a:buSzPts val="1260"/>
              <a:buChar char="🞚"/>
            </a:pPr>
            <a:r>
              <a:rPr lang="nl-NL"/>
              <a:t>Methode De Vlugt</a:t>
            </a:r>
            <a:endParaRPr/>
          </a:p>
          <a:p>
            <a:pPr indent="-216000" lvl="2" marL="1026000" rtl="0" algn="l">
              <a:spcBef>
                <a:spcPts val="920"/>
              </a:spcBef>
              <a:spcAft>
                <a:spcPts val="0"/>
              </a:spcAft>
              <a:buSzPts val="1120"/>
              <a:buChar char="◈"/>
            </a:pPr>
            <a:r>
              <a:rPr lang="nl-NL"/>
              <a:t>€130-290 kW/jaar</a:t>
            </a:r>
            <a:endParaRPr/>
          </a:p>
          <a:p>
            <a:pPr indent="-270000" lvl="1" marL="720000" rtl="0" algn="l">
              <a:spcBef>
                <a:spcPts val="960"/>
              </a:spcBef>
              <a:spcAft>
                <a:spcPts val="0"/>
              </a:spcAft>
              <a:buSzPts val="1260"/>
              <a:buChar char="🞚"/>
            </a:pPr>
            <a:r>
              <a:rPr lang="nl-NL"/>
              <a:t>Oude methode Marijn</a:t>
            </a:r>
            <a:endParaRPr/>
          </a:p>
          <a:p>
            <a:pPr indent="-216000" lvl="2" marL="1026000" rtl="0" algn="l">
              <a:spcBef>
                <a:spcPts val="920"/>
              </a:spcBef>
              <a:spcAft>
                <a:spcPts val="0"/>
              </a:spcAft>
              <a:buSzPts val="1120"/>
              <a:buChar char="◈"/>
            </a:pPr>
            <a:r>
              <a:rPr lang="nl-NL"/>
              <a:t>Percentage Procurement</a:t>
            </a:r>
            <a:endParaRPr/>
          </a:p>
          <a:p>
            <a:pPr indent="-217100" lvl="0" marL="342900" rtl="0" algn="l">
              <a:spcBef>
                <a:spcPts val="10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-306000" lvl="0" marL="342900" rtl="0" algn="l">
              <a:spcBef>
                <a:spcPts val="1000"/>
              </a:spcBef>
              <a:spcAft>
                <a:spcPts val="0"/>
              </a:spcAft>
              <a:buSzPts val="1400"/>
              <a:buChar char="◈"/>
            </a:pPr>
            <a:r>
              <a:rPr lang="nl-NL"/>
              <a:t>Dijkstra:</a:t>
            </a:r>
            <a:endParaRPr/>
          </a:p>
          <a:p>
            <a:pPr indent="-270000" lvl="1" marL="720000" rtl="0" algn="l">
              <a:spcBef>
                <a:spcPts val="960"/>
              </a:spcBef>
              <a:spcAft>
                <a:spcPts val="0"/>
              </a:spcAft>
              <a:buSzPts val="1260"/>
              <a:buChar char="🞚"/>
            </a:pPr>
            <a:r>
              <a:rPr lang="nl-NL"/>
              <a:t>Methode De Vlugt</a:t>
            </a:r>
            <a:endParaRPr/>
          </a:p>
          <a:p>
            <a:pPr indent="-216000" lvl="2" marL="1026000" rtl="0" algn="l">
              <a:spcBef>
                <a:spcPts val="920"/>
              </a:spcBef>
              <a:spcAft>
                <a:spcPts val="0"/>
              </a:spcAft>
              <a:buSzPts val="1120"/>
              <a:buChar char="◈"/>
            </a:pPr>
            <a:r>
              <a:rPr lang="nl-NL"/>
              <a:t>Gemiddelde lower en upper bound</a:t>
            </a:r>
            <a:endParaRPr/>
          </a:p>
          <a:p>
            <a:pPr indent="-270000" lvl="1" marL="720000" rtl="0" algn="l">
              <a:spcBef>
                <a:spcPts val="960"/>
              </a:spcBef>
              <a:spcAft>
                <a:spcPts val="0"/>
              </a:spcAft>
              <a:buSzPts val="1260"/>
              <a:buChar char="🞚"/>
            </a:pPr>
            <a:r>
              <a:rPr lang="nl-NL"/>
              <a:t>£76,000 MW/jaar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2"/>
          <p:cNvSpPr txBox="1"/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Lustria"/>
              <a:buNone/>
            </a:pPr>
            <a:r>
              <a:rPr lang="nl-NL" sz="3200"/>
              <a:t>2.8 Decommissioning &amp; Disposal</a:t>
            </a:r>
            <a:endParaRPr sz="3200"/>
          </a:p>
        </p:txBody>
      </p:sp>
      <p:sp>
        <p:nvSpPr>
          <p:cNvPr id="225" name="Google Shape;225;p12"/>
          <p:cNvSpPr txBox="1"/>
          <p:nvPr>
            <p:ph idx="1" type="body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06000" lvl="0" marL="342900" rtl="0" algn="l">
              <a:spcBef>
                <a:spcPts val="0"/>
              </a:spcBef>
              <a:spcAft>
                <a:spcPts val="0"/>
              </a:spcAft>
              <a:buSzPts val="1400"/>
              <a:buChar char="◈"/>
            </a:pPr>
            <a:r>
              <a:rPr lang="nl-NL"/>
              <a:t>Herwig:</a:t>
            </a:r>
            <a:endParaRPr/>
          </a:p>
          <a:p>
            <a:pPr indent="-270000" lvl="1" marL="720000" rtl="0" algn="l">
              <a:spcBef>
                <a:spcPts val="960"/>
              </a:spcBef>
              <a:spcAft>
                <a:spcPts val="0"/>
              </a:spcAft>
              <a:buSzPts val="1260"/>
              <a:buChar char="🞚"/>
            </a:pPr>
            <a:r>
              <a:rPr lang="nl-NL"/>
              <a:t>Geëxtrapoleerde informatie Shell</a:t>
            </a:r>
            <a:endParaRPr/>
          </a:p>
          <a:p>
            <a:pPr indent="-189990" lvl="1" marL="720000" rtl="0" algn="l">
              <a:spcBef>
                <a:spcPts val="960"/>
              </a:spcBef>
              <a:spcAft>
                <a:spcPts val="0"/>
              </a:spcAft>
              <a:buSzPts val="1260"/>
              <a:buNone/>
            </a:pPr>
            <a:r>
              <a:t/>
            </a:r>
            <a:endParaRPr/>
          </a:p>
          <a:p>
            <a:pPr indent="-306000" lvl="0" marL="342900" rtl="0" algn="l">
              <a:spcBef>
                <a:spcPts val="1000"/>
              </a:spcBef>
              <a:spcAft>
                <a:spcPts val="0"/>
              </a:spcAft>
              <a:buSzPts val="1400"/>
              <a:buChar char="◈"/>
            </a:pPr>
            <a:r>
              <a:rPr lang="nl-NL"/>
              <a:t>Dijkstra:</a:t>
            </a:r>
            <a:endParaRPr/>
          </a:p>
          <a:p>
            <a:pPr indent="-270000" lvl="1" marL="720000" rtl="0" algn="l">
              <a:spcBef>
                <a:spcPts val="960"/>
              </a:spcBef>
              <a:spcAft>
                <a:spcPts val="0"/>
              </a:spcAft>
              <a:buSzPts val="1260"/>
              <a:buChar char="🞚"/>
            </a:pPr>
            <a:r>
              <a:rPr lang="nl-NL"/>
              <a:t>14% Procurement</a:t>
            </a:r>
            <a:endParaRPr/>
          </a:p>
          <a:p>
            <a:pPr indent="-270000" lvl="1" marL="720000" rtl="0" algn="l">
              <a:spcBef>
                <a:spcPts val="960"/>
              </a:spcBef>
              <a:spcAft>
                <a:spcPts val="0"/>
              </a:spcAft>
              <a:buSzPts val="1260"/>
              <a:buChar char="🞚"/>
            </a:pPr>
            <a:r>
              <a:rPr lang="nl-NL"/>
              <a:t>£330,000 per MW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3"/>
          <p:cNvSpPr txBox="1"/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Lustria"/>
              <a:buNone/>
            </a:pPr>
            <a:r>
              <a:rPr lang="nl-NL"/>
              <a:t>3. Methodologie</a:t>
            </a:r>
            <a:endParaRPr/>
          </a:p>
        </p:txBody>
      </p:sp>
      <p:sp>
        <p:nvSpPr>
          <p:cNvPr id="231" name="Google Shape;231;p13"/>
          <p:cNvSpPr txBox="1"/>
          <p:nvPr>
            <p:ph idx="1" type="body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06000" lvl="0" marL="342900" rtl="0" algn="l">
              <a:spcBef>
                <a:spcPts val="0"/>
              </a:spcBef>
              <a:spcAft>
                <a:spcPts val="0"/>
              </a:spcAft>
              <a:buSzPts val="1400"/>
              <a:buChar char="◈"/>
            </a:pPr>
            <a:r>
              <a:rPr lang="nl-NL"/>
              <a:t>Stap 1: informatie opdoen</a:t>
            </a:r>
            <a:endParaRPr/>
          </a:p>
          <a:p>
            <a:pPr indent="-270000" lvl="1" marL="720000" rtl="0" algn="l">
              <a:spcBef>
                <a:spcPts val="960"/>
              </a:spcBef>
              <a:spcAft>
                <a:spcPts val="0"/>
              </a:spcAft>
              <a:buSzPts val="1260"/>
              <a:buChar char="🞚"/>
            </a:pPr>
            <a:r>
              <a:rPr lang="nl-NL"/>
              <a:t>Literatuur en kennis studie</a:t>
            </a:r>
            <a:endParaRPr/>
          </a:p>
          <a:p>
            <a:pPr indent="-270000" lvl="1" marL="720000" rtl="0" algn="l">
              <a:spcBef>
                <a:spcPts val="960"/>
              </a:spcBef>
              <a:spcAft>
                <a:spcPts val="0"/>
              </a:spcAft>
              <a:buSzPts val="1260"/>
              <a:buChar char="🞚"/>
            </a:pPr>
            <a:r>
              <a:rPr lang="nl-NL"/>
              <a:t>Modellen en documenten bedrijf</a:t>
            </a:r>
            <a:endParaRPr/>
          </a:p>
          <a:p>
            <a:pPr indent="-270000" lvl="1" marL="720000" rtl="0" algn="l">
              <a:spcBef>
                <a:spcPts val="960"/>
              </a:spcBef>
              <a:spcAft>
                <a:spcPts val="0"/>
              </a:spcAft>
              <a:buSzPts val="1260"/>
              <a:buChar char="🞚"/>
            </a:pPr>
            <a:r>
              <a:rPr lang="nl-NL"/>
              <a:t>Interview Boskalis</a:t>
            </a:r>
            <a:endParaRPr/>
          </a:p>
          <a:p>
            <a:pPr indent="-270000" lvl="1" marL="720000" rtl="0" algn="l">
              <a:spcBef>
                <a:spcPts val="960"/>
              </a:spcBef>
              <a:spcAft>
                <a:spcPts val="0"/>
              </a:spcAft>
              <a:buSzPts val="1260"/>
              <a:buChar char="🞚"/>
            </a:pPr>
            <a:r>
              <a:rPr lang="nl-NL"/>
              <a:t>Opinie Frits, Max, Jefta, Marijn</a:t>
            </a:r>
            <a:endParaRPr/>
          </a:p>
          <a:p>
            <a:pPr indent="-270000" lvl="1" marL="720000" rtl="0" algn="l">
              <a:spcBef>
                <a:spcPts val="960"/>
              </a:spcBef>
              <a:spcAft>
                <a:spcPts val="0"/>
              </a:spcAft>
              <a:buSzPts val="1260"/>
              <a:buChar char="🞚"/>
            </a:pPr>
            <a:r>
              <a:rPr lang="nl-NL"/>
              <a:t>Voorgaande onderzoeken </a:t>
            </a:r>
            <a:r>
              <a:rPr lang="nl-NL"/>
              <a:t>--Company--</a:t>
            </a:r>
            <a:endParaRPr/>
          </a:p>
          <a:p>
            <a:pPr indent="-306000" lvl="0" marL="342900" rtl="0" algn="l">
              <a:spcBef>
                <a:spcPts val="1000"/>
              </a:spcBef>
              <a:spcAft>
                <a:spcPts val="0"/>
              </a:spcAft>
              <a:buSzPts val="1400"/>
              <a:buChar char="◈"/>
            </a:pPr>
            <a:r>
              <a:rPr lang="nl-NL"/>
              <a:t>Stap 2: Modelleren</a:t>
            </a:r>
            <a:endParaRPr/>
          </a:p>
          <a:p>
            <a:pPr indent="-306000" lvl="0" marL="342900" rtl="0" algn="l">
              <a:spcBef>
                <a:spcPts val="1000"/>
              </a:spcBef>
              <a:spcAft>
                <a:spcPts val="0"/>
              </a:spcAft>
              <a:buSzPts val="1400"/>
              <a:buChar char="◈"/>
            </a:pPr>
            <a:r>
              <a:rPr lang="nl-NL"/>
              <a:t>Stap 3: Interpreteren</a:t>
            </a:r>
            <a:endParaRPr/>
          </a:p>
          <a:p>
            <a:pPr indent="-306000" lvl="0" marL="342900" rtl="0" algn="l">
              <a:spcBef>
                <a:spcPts val="1000"/>
              </a:spcBef>
              <a:spcAft>
                <a:spcPts val="0"/>
              </a:spcAft>
              <a:buSzPts val="1400"/>
              <a:buChar char="◈"/>
            </a:pPr>
            <a:r>
              <a:rPr lang="nl-NL"/>
              <a:t>Stap 4: Rapporteren</a:t>
            </a:r>
            <a:endParaRPr/>
          </a:p>
          <a:p>
            <a:pPr indent="-189990" lvl="1" marL="720000" rtl="0" algn="l">
              <a:spcBef>
                <a:spcPts val="960"/>
              </a:spcBef>
              <a:spcAft>
                <a:spcPts val="0"/>
              </a:spcAft>
              <a:buSzPts val="1260"/>
              <a:buNone/>
            </a:pPr>
            <a:r>
              <a:t/>
            </a:r>
            <a:endParaRPr/>
          </a:p>
          <a:p>
            <a:pPr indent="0" lvl="1" marL="450000" rtl="0" algn="l">
              <a:spcBef>
                <a:spcPts val="960"/>
              </a:spcBef>
              <a:spcAft>
                <a:spcPts val="0"/>
              </a:spcAft>
              <a:buSzPts val="126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4"/>
          <p:cNvSpPr txBox="1"/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Lustria"/>
              <a:buNone/>
            </a:pPr>
            <a:r>
              <a:rPr lang="nl-NL"/>
              <a:t>4. Assumpties berekeningen</a:t>
            </a:r>
            <a:endParaRPr/>
          </a:p>
        </p:txBody>
      </p:sp>
      <p:graphicFrame>
        <p:nvGraphicFramePr>
          <p:cNvPr id="237" name="Google Shape;237;p14"/>
          <p:cNvGraphicFramePr/>
          <p:nvPr/>
        </p:nvGraphicFramePr>
        <p:xfrm>
          <a:off x="914400" y="1731963"/>
          <a:ext cx="3000000" cy="3000000"/>
        </p:xfrm>
        <a:graphic>
          <a:graphicData uri="http://schemas.openxmlformats.org/drawingml/2006/table">
            <a:tbl>
              <a:tblPr bandRow="1" firstRow="1">
                <a:gradFill>
                  <a:gsLst>
                    <a:gs pos="0">
                      <a:srgbClr val="E2DDD5"/>
                    </a:gs>
                    <a:gs pos="100000">
                      <a:srgbClr val="B9AC93"/>
                    </a:gs>
                  </a:gsLst>
                  <a:lin ang="5400000" scaled="0"/>
                </a:gradFill>
                <a:tableStyleId>{CFC2594C-5356-4B1A-BDB9-C23C8C06D5B2}</a:tableStyleId>
              </a:tblPr>
              <a:tblGrid>
                <a:gridCol w="3451225"/>
                <a:gridCol w="3451225"/>
                <a:gridCol w="34512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NL" sz="1800" u="none" cap="none" strike="noStrike"/>
                        <a:t>Parameter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NL" sz="1800"/>
                        <a:t>--Version 1--</a:t>
                      </a:r>
                      <a:r>
                        <a:rPr lang="nl-NL" sz="1800" u="none" cap="none" strike="noStrike"/>
                        <a:t> Design waarde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NL" sz="1800"/>
                        <a:t>--Version 2--</a:t>
                      </a:r>
                      <a:r>
                        <a:rPr lang="nl-NL" sz="1800" u="none" cap="none" strike="noStrike"/>
                        <a:t> Design waarde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noFill/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NL" sz="1800" u="none" cap="none" strike="noStrike"/>
                        <a:t>Water depth [m]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NL" sz="1800" u="none" cap="none" strike="noStrike"/>
                        <a:t>38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NL" sz="1800" u="none" cap="none" strike="noStrike"/>
                        <a:t>97.5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noFill/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NL" sz="1800" u="none" cap="none" strike="noStrike"/>
                        <a:t>Dredging depth [m]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NL" sz="1800" u="none" cap="none" strike="noStrike"/>
                        <a:t>100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NL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noFill/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NL" sz="1800" u="none" cap="none" strike="noStrike"/>
                        <a:t>Effective depth [m]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NL" sz="1800" u="none" cap="none" strike="noStrike"/>
                        <a:t>92.5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NL" sz="1800" u="none" cap="none" strike="noStrike"/>
                        <a:t>92.5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noFill/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NL" sz="1800" u="none" cap="none" strike="noStrike"/>
                        <a:t>Density seawater [kg/m3]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NL" sz="1800" u="none" cap="none" strike="noStrike"/>
                        <a:t>1,025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NL" sz="1800" u="none" cap="none" strike="noStrike"/>
                        <a:t>1,025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noFill/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NL" sz="1800" u="none" cap="none" strike="noStrike"/>
                        <a:t>Distance wind farm [km]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NL" sz="1800" u="none" cap="none" strike="noStrike"/>
                        <a:t>20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NL" sz="1800" u="none" cap="none" strike="noStrike"/>
                        <a:t>20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noFill/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NL" sz="1800" u="none" cap="none" strike="noStrike"/>
                        <a:t>Distance between </a:t>
                      </a:r>
                      <a:r>
                        <a:rPr lang="nl-NL" sz="1800"/>
                        <a:t>–Innovations–</a:t>
                      </a:r>
                      <a:r>
                        <a:rPr lang="nl-NL" sz="1800" u="none" cap="none" strike="noStrike"/>
                        <a:t> [km]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NL" sz="1800" u="none" cap="none" strike="noStrike"/>
                        <a:t>3.44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NL" sz="1800" u="none" cap="none" strike="noStrike"/>
                        <a:t>3.44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noFill/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NL" sz="1800" u="none" cap="none" strike="noStrike"/>
                        <a:t>Life cycle [Years]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NL" sz="1800" u="none" cap="none" strike="noStrike"/>
                        <a:t>20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NL" sz="1800" u="none" cap="none" strike="noStrike"/>
                        <a:t>20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noFill/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NL" sz="1800" u="none" cap="none" strike="noStrike"/>
                        <a:t>Battery volume [MWh]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NL" sz="1800" u="none" cap="none" strike="noStrike"/>
                        <a:t>6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NL" sz="1800" u="none" cap="none" strike="noStrike"/>
                        <a:t>6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noFill/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NL" sz="1800" u="none" cap="none" strike="noStrike"/>
                        <a:t>Battery power [MW]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NL" sz="1800" u="none" cap="none" strike="noStrike"/>
                        <a:t>4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NL" sz="1800" u="none" cap="none" strike="noStrike"/>
                        <a:t>4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noFill/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NL" sz="1800" u="none" cap="none" strike="noStrike"/>
                        <a:t>Turbine efficiency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NL" sz="1800" u="none" cap="none" strike="noStrike"/>
                        <a:t>88.5%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NL" sz="1800" u="none" cap="none" strike="noStrike"/>
                        <a:t>88.5%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noFill/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NL" sz="1800" u="none" cap="none" strike="noStrike"/>
                        <a:t>Pump efficiency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NL" sz="1800" u="none" cap="none" strike="noStrike"/>
                        <a:t>87.5%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NL" sz="1800" u="none" cap="none" strike="noStrike"/>
                        <a:t>87.5%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5"/>
          <p:cNvSpPr txBox="1"/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Lustria"/>
              <a:buNone/>
            </a:pPr>
            <a:r>
              <a:rPr lang="nl-NL"/>
              <a:t>5. Uitleg model</a:t>
            </a:r>
            <a:endParaRPr/>
          </a:p>
        </p:txBody>
      </p:sp>
      <p:pic>
        <p:nvPicPr>
          <p:cNvPr descr="Diagram&#10;&#10;Description automatically generated" id="243" name="Google Shape;24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19951" y="1580050"/>
            <a:ext cx="5752097" cy="476281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6"/>
          <p:cNvSpPr txBox="1"/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Lustria"/>
              <a:buNone/>
            </a:pPr>
            <a:r>
              <a:rPr lang="nl-NL"/>
              <a:t>5.1 Basic inputs</a:t>
            </a:r>
            <a:endParaRPr/>
          </a:p>
        </p:txBody>
      </p:sp>
      <p:sp>
        <p:nvSpPr>
          <p:cNvPr id="249" name="Google Shape;249;p16"/>
          <p:cNvSpPr txBox="1"/>
          <p:nvPr>
            <p:ph idx="1" type="body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06000" lvl="0" marL="342900" rtl="0" algn="l">
              <a:spcBef>
                <a:spcPts val="0"/>
              </a:spcBef>
              <a:spcAft>
                <a:spcPts val="0"/>
              </a:spcAft>
              <a:buSzPts val="1400"/>
              <a:buChar char="◈"/>
            </a:pPr>
            <a:r>
              <a:rPr lang="nl-NL"/>
              <a:t>Locational parameters</a:t>
            </a:r>
            <a:endParaRPr/>
          </a:p>
          <a:p>
            <a:pPr indent="-306000" lvl="0" marL="342900" rtl="0" algn="l">
              <a:spcBef>
                <a:spcPts val="1000"/>
              </a:spcBef>
              <a:spcAft>
                <a:spcPts val="0"/>
              </a:spcAft>
              <a:buSzPts val="1400"/>
              <a:buChar char="◈"/>
            </a:pPr>
            <a:r>
              <a:rPr lang="nl-NL"/>
              <a:t>System parameters</a:t>
            </a:r>
            <a:endParaRPr/>
          </a:p>
          <a:p>
            <a:pPr indent="-306000" lvl="0" marL="342900" rtl="0" algn="l">
              <a:spcBef>
                <a:spcPts val="1000"/>
              </a:spcBef>
              <a:spcAft>
                <a:spcPts val="0"/>
              </a:spcAft>
              <a:buSzPts val="1400"/>
              <a:buChar char="◈"/>
            </a:pPr>
            <a:r>
              <a:rPr lang="nl-NL"/>
              <a:t>Economic parameters</a:t>
            </a:r>
            <a:endParaRPr/>
          </a:p>
          <a:p>
            <a:pPr indent="-306000" lvl="0" marL="342900" rtl="0" algn="l">
              <a:spcBef>
                <a:spcPts val="1000"/>
              </a:spcBef>
              <a:spcAft>
                <a:spcPts val="0"/>
              </a:spcAft>
              <a:buSzPts val="1400"/>
              <a:buChar char="◈"/>
            </a:pPr>
            <a:r>
              <a:rPr lang="nl-NL"/>
              <a:t>Material parameters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7"/>
          <p:cNvSpPr txBox="1"/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Lustria"/>
              <a:buNone/>
            </a:pPr>
            <a:r>
              <a:rPr lang="nl-NL"/>
              <a:t>5.2 Requirement calculations</a:t>
            </a:r>
            <a:endParaRPr/>
          </a:p>
        </p:txBody>
      </p:sp>
      <p:graphicFrame>
        <p:nvGraphicFramePr>
          <p:cNvPr id="255" name="Google Shape;255;p17"/>
          <p:cNvGraphicFramePr/>
          <p:nvPr/>
        </p:nvGraphicFramePr>
        <p:xfrm>
          <a:off x="914400" y="173196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{4AD8F948-CC31-43A8-A64F-1A8423EE7EFF}</a:tableStyleId>
              </a:tblPr>
              <a:tblGrid>
                <a:gridCol w="2588425"/>
                <a:gridCol w="2588425"/>
                <a:gridCol w="2588425"/>
                <a:gridCol w="25884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nl-NL" sz="1800" u="none" cap="none" strike="noStrike"/>
                        <a:t>Rigid reservoir</a:t>
                      </a:r>
                      <a:endParaRPr b="1" sz="18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nl-NL" sz="1800"/>
                        <a:t>Flexible reservoir</a:t>
                      </a:r>
                      <a:endParaRPr b="1" sz="18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nl-NL" sz="1800"/>
                        <a:t>Other</a:t>
                      </a:r>
                      <a:endParaRPr b="1" sz="18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NL" sz="1800"/>
                        <a:t>Legend:</a:t>
                      </a:r>
                      <a:endParaRPr sz="1800"/>
                    </a:p>
                  </a:txBody>
                  <a:tcPr marT="45725" marB="45725" marR="91450" marL="91450">
                    <a:noFill/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NL" sz="1800">
                          <a:highlight>
                            <a:srgbClr val="800080"/>
                          </a:highlight>
                        </a:rPr>
                        <a:t>Main reservoir</a:t>
                      </a:r>
                      <a:endParaRPr sz="1800">
                        <a:highlight>
                          <a:srgbClr val="800080"/>
                        </a:highlight>
                      </a:endParaRPr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NL" sz="1800">
                          <a:highlight>
                            <a:srgbClr val="800080"/>
                          </a:highlight>
                        </a:rPr>
                        <a:t>Main bladder</a:t>
                      </a:r>
                      <a:endParaRPr sz="1800">
                        <a:highlight>
                          <a:srgbClr val="800080"/>
                        </a:highlight>
                      </a:endParaRPr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NL" sz="1800">
                          <a:highlight>
                            <a:srgbClr val="008000"/>
                          </a:highlight>
                        </a:rPr>
                        <a:t>Ballast stones</a:t>
                      </a:r>
                      <a:endParaRPr sz="1800">
                        <a:highlight>
                          <a:srgbClr val="008000"/>
                        </a:highlight>
                      </a:endParaRPr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NL" sz="1800">
                          <a:highlight>
                            <a:srgbClr val="008000"/>
                          </a:highlight>
                        </a:rPr>
                        <a:t>Green</a:t>
                      </a:r>
                      <a:r>
                        <a:rPr lang="nl-NL" sz="1800"/>
                        <a:t> = </a:t>
                      </a:r>
                      <a:r>
                        <a:rPr lang="nl-NL" sz="1800"/>
                        <a:t>--Version 1--</a:t>
                      </a:r>
                      <a:endParaRPr sz="1800"/>
                    </a:p>
                  </a:txBody>
                  <a:tcPr marT="45725" marB="45725" marR="91450" marL="91450">
                    <a:noFill/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NL" sz="1800">
                          <a:highlight>
                            <a:srgbClr val="800080"/>
                          </a:highlight>
                        </a:rPr>
                        <a:t>Metal base</a:t>
                      </a:r>
                      <a:endParaRPr sz="1800">
                        <a:highlight>
                          <a:srgbClr val="800080"/>
                        </a:highlight>
                      </a:endParaRPr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NL" sz="1800">
                          <a:highlight>
                            <a:srgbClr val="008080"/>
                          </a:highlight>
                        </a:rPr>
                        <a:t>Synthetic strip</a:t>
                      </a:r>
                      <a:endParaRPr sz="1800">
                        <a:highlight>
                          <a:srgbClr val="008080"/>
                        </a:highlight>
                      </a:endParaRPr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NL" sz="1800">
                          <a:highlight>
                            <a:srgbClr val="008000"/>
                          </a:highlight>
                        </a:rPr>
                        <a:t>Manifold</a:t>
                      </a:r>
                      <a:endParaRPr sz="1800">
                        <a:highlight>
                          <a:srgbClr val="008000"/>
                        </a:highlight>
                      </a:endParaRPr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NL" sz="1800">
                          <a:highlight>
                            <a:srgbClr val="008080"/>
                          </a:highlight>
                        </a:rPr>
                        <a:t>Blue</a:t>
                      </a:r>
                      <a:r>
                        <a:rPr lang="nl-NL" sz="1800"/>
                        <a:t> = </a:t>
                      </a:r>
                      <a:r>
                        <a:rPr lang="nl-NL" sz="1800"/>
                        <a:t>--Version 2--</a:t>
                      </a:r>
                      <a:endParaRPr sz="1800"/>
                    </a:p>
                  </a:txBody>
                  <a:tcPr marT="45725" marB="45725" marR="91450" marL="91450">
                    <a:noFill/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NL" sz="1800">
                          <a:highlight>
                            <a:srgbClr val="800080"/>
                          </a:highlight>
                        </a:rPr>
                        <a:t>Supporting ribs</a:t>
                      </a:r>
                      <a:endParaRPr sz="1800">
                        <a:highlight>
                          <a:srgbClr val="800080"/>
                        </a:highlight>
                      </a:endParaRPr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NL" sz="1800">
                          <a:highlight>
                            <a:srgbClr val="008080"/>
                          </a:highlight>
                        </a:rPr>
                        <a:t>Stainless strip</a:t>
                      </a:r>
                      <a:endParaRPr sz="1800">
                        <a:highlight>
                          <a:srgbClr val="008080"/>
                        </a:highlight>
                      </a:endParaRPr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NL" sz="1800">
                          <a:highlight>
                            <a:srgbClr val="008000"/>
                          </a:highlight>
                        </a:rPr>
                        <a:t>Geotextile</a:t>
                      </a:r>
                      <a:endParaRPr sz="1800">
                        <a:highlight>
                          <a:srgbClr val="008000"/>
                        </a:highlight>
                      </a:endParaRPr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NL" sz="1800">
                          <a:highlight>
                            <a:srgbClr val="800080"/>
                          </a:highlight>
                        </a:rPr>
                        <a:t>Purple</a:t>
                      </a:r>
                      <a:r>
                        <a:rPr lang="nl-NL" sz="1800"/>
                        <a:t> = </a:t>
                      </a:r>
                      <a:r>
                        <a:rPr lang="nl-NL" sz="1800"/>
                        <a:t>--Version 1--</a:t>
                      </a:r>
                      <a:r>
                        <a:rPr lang="nl-NL" sz="1800"/>
                        <a:t>+</a:t>
                      </a:r>
                      <a:r>
                        <a:rPr lang="nl-NL" sz="1800"/>
                        <a:t>--Version 2--</a:t>
                      </a:r>
                      <a:endParaRPr sz="1800"/>
                    </a:p>
                  </a:txBody>
                  <a:tcPr marT="45725" marB="45725" marR="91450" marL="91450">
                    <a:noFill/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NL" sz="1800">
                          <a:highlight>
                            <a:srgbClr val="800080"/>
                          </a:highlight>
                        </a:rPr>
                        <a:t>Compartment wall</a:t>
                      </a:r>
                      <a:endParaRPr sz="1800">
                        <a:highlight>
                          <a:srgbClr val="800080"/>
                        </a:highlight>
                      </a:endParaRPr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NL" sz="1800">
                          <a:highlight>
                            <a:srgbClr val="008080"/>
                          </a:highlight>
                        </a:rPr>
                        <a:t>Bolts &amp; Inserts</a:t>
                      </a:r>
                      <a:endParaRPr sz="1800">
                        <a:highlight>
                          <a:srgbClr val="008080"/>
                        </a:highlight>
                      </a:endParaRPr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NL" sz="1800">
                          <a:highlight>
                            <a:srgbClr val="008080"/>
                          </a:highlight>
                        </a:rPr>
                        <a:t>Pump &amp; Pipe</a:t>
                      </a:r>
                      <a:endParaRPr sz="1800">
                        <a:highlight>
                          <a:srgbClr val="008080"/>
                        </a:highlight>
                      </a:endParaRPr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noFill/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NL" sz="1800">
                          <a:highlight>
                            <a:srgbClr val="800080"/>
                          </a:highlight>
                        </a:rPr>
                        <a:t>Tension cables</a:t>
                      </a:r>
                      <a:endParaRPr sz="1800">
                        <a:highlight>
                          <a:srgbClr val="800080"/>
                        </a:highlight>
                      </a:endParaRPr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NL" sz="1800">
                          <a:highlight>
                            <a:srgbClr val="800080"/>
                          </a:highlight>
                        </a:rPr>
                        <a:t>Umbilical system</a:t>
                      </a:r>
                      <a:endParaRPr sz="1800">
                        <a:highlight>
                          <a:srgbClr val="800080"/>
                        </a:highlight>
                      </a:endParaRPr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noFill/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NL" sz="1800">
                          <a:highlight>
                            <a:srgbClr val="800080"/>
                          </a:highlight>
                        </a:rPr>
                        <a:t>Shaft</a:t>
                      </a:r>
                      <a:endParaRPr sz="1800">
                        <a:highlight>
                          <a:srgbClr val="800080"/>
                        </a:highlight>
                      </a:endParaRPr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8"/>
          <p:cNvSpPr txBox="1"/>
          <p:nvPr>
            <p:ph type="title"/>
          </p:nvPr>
        </p:nvSpPr>
        <p:spPr>
          <a:xfrm>
            <a:off x="913795" y="609600"/>
            <a:ext cx="3078749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Lustria"/>
              <a:buNone/>
            </a:pPr>
            <a:r>
              <a:rPr lang="nl-NL" sz="2800"/>
              <a:t>5.3 Total of requirements</a:t>
            </a:r>
            <a:endParaRPr sz="2800"/>
          </a:p>
        </p:txBody>
      </p:sp>
      <p:sp>
        <p:nvSpPr>
          <p:cNvPr id="261" name="Google Shape;261;p18"/>
          <p:cNvSpPr txBox="1"/>
          <p:nvPr>
            <p:ph idx="1" type="body"/>
          </p:nvPr>
        </p:nvSpPr>
        <p:spPr>
          <a:xfrm>
            <a:off x="913795" y="1732449"/>
            <a:ext cx="3078749" cy="4058751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06000" lvl="0" marL="342900" rtl="0" algn="l">
              <a:spcBef>
                <a:spcPts val="0"/>
              </a:spcBef>
              <a:spcAft>
                <a:spcPts val="0"/>
              </a:spcAft>
              <a:buSzPts val="1120"/>
              <a:buChar char="◈"/>
            </a:pPr>
            <a:r>
              <a:rPr lang="nl-NL" sz="1600"/>
              <a:t>Total weight reservoir</a:t>
            </a:r>
            <a:endParaRPr/>
          </a:p>
          <a:p>
            <a:pPr indent="-270000" lvl="1" marL="720000" rtl="0" algn="l">
              <a:spcBef>
                <a:spcPts val="880"/>
              </a:spcBef>
              <a:spcAft>
                <a:spcPts val="0"/>
              </a:spcAft>
              <a:buSzPts val="980"/>
              <a:buChar char="🞚"/>
            </a:pPr>
            <a:r>
              <a:rPr lang="nl-NL" sz="1400"/>
              <a:t>Economies of Scale maximum</a:t>
            </a:r>
            <a:endParaRPr/>
          </a:p>
          <a:p>
            <a:pPr indent="-270000" lvl="1" marL="720000" rtl="0" algn="l">
              <a:spcBef>
                <a:spcPts val="880"/>
              </a:spcBef>
              <a:spcAft>
                <a:spcPts val="0"/>
              </a:spcAft>
              <a:buSzPts val="980"/>
              <a:buChar char="🞚"/>
            </a:pPr>
            <a:r>
              <a:rPr lang="nl-NL" sz="1400"/>
              <a:t>Assembly cost</a:t>
            </a:r>
            <a:endParaRPr/>
          </a:p>
          <a:p>
            <a:pPr indent="-306000" lvl="0" marL="342900" rtl="0" algn="l">
              <a:spcBef>
                <a:spcPts val="920"/>
              </a:spcBef>
              <a:spcAft>
                <a:spcPts val="0"/>
              </a:spcAft>
              <a:buSzPts val="1120"/>
              <a:buChar char="◈"/>
            </a:pPr>
            <a:r>
              <a:rPr lang="nl-NL" sz="1600"/>
              <a:t>Total weight bladder</a:t>
            </a:r>
            <a:endParaRPr/>
          </a:p>
          <a:p>
            <a:pPr indent="-270000" lvl="1" marL="720000" rtl="0" algn="l">
              <a:spcBef>
                <a:spcPts val="880"/>
              </a:spcBef>
              <a:spcAft>
                <a:spcPts val="0"/>
              </a:spcAft>
              <a:buSzPts val="980"/>
              <a:buChar char="🞚"/>
            </a:pPr>
            <a:r>
              <a:rPr lang="nl-NL" sz="1400"/>
              <a:t>Assembly cost</a:t>
            </a:r>
            <a:endParaRPr/>
          </a:p>
          <a:p>
            <a:pPr indent="-207769" lvl="1" marL="720000" rtl="0" algn="l">
              <a:spcBef>
                <a:spcPts val="880"/>
              </a:spcBef>
              <a:spcAft>
                <a:spcPts val="0"/>
              </a:spcAft>
              <a:buSzPts val="980"/>
              <a:buNone/>
            </a:pPr>
            <a:r>
              <a:t/>
            </a:r>
            <a:endParaRPr sz="1400"/>
          </a:p>
        </p:txBody>
      </p:sp>
      <p:pic>
        <p:nvPicPr>
          <p:cNvPr id="262" name="Google Shape;262;p18"/>
          <p:cNvPicPr preferRelativeResize="0"/>
          <p:nvPr/>
        </p:nvPicPr>
        <p:blipFill rotWithShape="1">
          <a:blip r:embed="rId4">
            <a:alphaModFix/>
          </a:blip>
          <a:srcRect b="1446" l="0" r="2806" t="964"/>
          <a:stretch/>
        </p:blipFill>
        <p:spPr>
          <a:xfrm>
            <a:off x="4552950" y="1"/>
            <a:ext cx="763905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18"/>
          <p:cNvPicPr preferRelativeResize="0"/>
          <p:nvPr/>
        </p:nvPicPr>
        <p:blipFill rotWithShape="1">
          <a:blip r:embed="rId5">
            <a:alphaModFix/>
          </a:blip>
          <a:srcRect b="-1" l="0" r="-1" t="1641"/>
          <a:stretch/>
        </p:blipFill>
        <p:spPr>
          <a:xfrm>
            <a:off x="4654295" y="10"/>
            <a:ext cx="7537705" cy="6857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9"/>
          <p:cNvSpPr txBox="1"/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Lustria"/>
              <a:buNone/>
            </a:pPr>
            <a:r>
              <a:rPr lang="nl-NL"/>
              <a:t>5.3 Pre-development &amp; Consenting cost</a:t>
            </a:r>
            <a:endParaRPr/>
          </a:p>
        </p:txBody>
      </p:sp>
      <p:sp>
        <p:nvSpPr>
          <p:cNvPr id="269" name="Google Shape;269;p19"/>
          <p:cNvSpPr txBox="1"/>
          <p:nvPr>
            <p:ph idx="1" type="body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06000" lvl="0" marL="342900" rtl="0" algn="l">
              <a:spcBef>
                <a:spcPts val="0"/>
              </a:spcBef>
              <a:spcAft>
                <a:spcPts val="0"/>
              </a:spcAft>
              <a:buSzPts val="1400"/>
              <a:buChar char="◈"/>
            </a:pPr>
            <a:r>
              <a:rPr lang="nl-NL"/>
              <a:t>Project management 🡪 3% of Procurment</a:t>
            </a:r>
            <a:endParaRPr/>
          </a:p>
          <a:p>
            <a:pPr indent="-306000" lvl="0" marL="342900" rtl="0" algn="l">
              <a:spcBef>
                <a:spcPts val="1000"/>
              </a:spcBef>
              <a:spcAft>
                <a:spcPts val="0"/>
              </a:spcAft>
              <a:buSzPts val="1400"/>
              <a:buChar char="◈"/>
            </a:pPr>
            <a:r>
              <a:rPr lang="nl-NL"/>
              <a:t>Legal authorization: 🡪 0.13% of Procurement</a:t>
            </a:r>
            <a:endParaRPr/>
          </a:p>
          <a:p>
            <a:pPr indent="-306000" lvl="0" marL="342900" rtl="0" algn="l">
              <a:spcBef>
                <a:spcPts val="1000"/>
              </a:spcBef>
              <a:spcAft>
                <a:spcPts val="0"/>
              </a:spcAft>
              <a:buSzPts val="1400"/>
              <a:buChar char="◈"/>
            </a:pPr>
            <a:r>
              <a:rPr lang="nl-NL"/>
              <a:t>Surveys 🡪 0.8% (3MW/500MW) of Survey cost 500MW wind farm</a:t>
            </a:r>
            <a:endParaRPr/>
          </a:p>
          <a:p>
            <a:pPr indent="-306000" lvl="0" marL="342900" rtl="0" algn="l">
              <a:spcBef>
                <a:spcPts val="1000"/>
              </a:spcBef>
              <a:spcAft>
                <a:spcPts val="0"/>
              </a:spcAft>
              <a:buSzPts val="1400"/>
              <a:buChar char="◈"/>
            </a:pPr>
            <a:r>
              <a:rPr lang="nl-NL"/>
              <a:t>Engineering 🡪 0.8% of Engineering cost 500MW wind farm</a:t>
            </a:r>
            <a:endParaRPr/>
          </a:p>
          <a:p>
            <a:pPr indent="-306000" lvl="0" marL="342900" rtl="0" algn="l">
              <a:spcBef>
                <a:spcPts val="1000"/>
              </a:spcBef>
              <a:spcAft>
                <a:spcPts val="0"/>
              </a:spcAft>
              <a:buSzPts val="1400"/>
              <a:buChar char="◈"/>
            </a:pPr>
            <a:r>
              <a:rPr lang="nl-NL"/>
              <a:t>Contingencies 🡪 10% of Procurement</a:t>
            </a:r>
            <a:endParaRPr/>
          </a:p>
          <a:p>
            <a:pPr indent="-270000" lvl="1" marL="720000" rtl="0" algn="l">
              <a:spcBef>
                <a:spcPts val="960"/>
              </a:spcBef>
              <a:spcAft>
                <a:spcPts val="0"/>
              </a:spcAft>
              <a:buSzPts val="1260"/>
              <a:buChar char="🞚"/>
            </a:pPr>
            <a:r>
              <a:rPr lang="nl-NL"/>
              <a:t>Verspreid over aantal ingevulde cycle years</a:t>
            </a:r>
            <a:endParaRPr/>
          </a:p>
          <a:p>
            <a:pPr indent="-189990" lvl="1" marL="720000" rtl="0" algn="l">
              <a:spcBef>
                <a:spcPts val="960"/>
              </a:spcBef>
              <a:spcAft>
                <a:spcPts val="0"/>
              </a:spcAft>
              <a:buSzPts val="1260"/>
              <a:buNone/>
            </a:pPr>
            <a:r>
              <a:t/>
            </a:r>
            <a:endParaRPr/>
          </a:p>
          <a:p>
            <a:pPr indent="-217100" lvl="0" marL="342900" rtl="0" algn="l">
              <a:spcBef>
                <a:spcPts val="10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0"/>
          <p:cNvSpPr txBox="1"/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Lustria"/>
              <a:buNone/>
            </a:pPr>
            <a:r>
              <a:rPr lang="nl-NL"/>
              <a:t>5.4 Procurement cost (absolute amounts)</a:t>
            </a:r>
            <a:endParaRPr/>
          </a:p>
        </p:txBody>
      </p:sp>
      <p:sp>
        <p:nvSpPr>
          <p:cNvPr id="275" name="Google Shape;275;p20"/>
          <p:cNvSpPr txBox="1"/>
          <p:nvPr>
            <p:ph idx="1" type="body"/>
          </p:nvPr>
        </p:nvSpPr>
        <p:spPr>
          <a:xfrm>
            <a:off x="1005872" y="1835254"/>
            <a:ext cx="4876344" cy="544884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680"/>
              <a:buNone/>
            </a:pPr>
            <a:r>
              <a:rPr lang="nl-NL"/>
              <a:t>--Version 1--</a:t>
            </a:r>
            <a:r>
              <a:rPr lang="nl-NL"/>
              <a:t> design</a:t>
            </a:r>
            <a:endParaRPr/>
          </a:p>
        </p:txBody>
      </p:sp>
      <p:pic>
        <p:nvPicPr>
          <p:cNvPr id="276" name="Google Shape;276;p20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50337" y="2786725"/>
            <a:ext cx="4584589" cy="2883658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</p:pic>
      <p:sp>
        <p:nvSpPr>
          <p:cNvPr id="277" name="Google Shape;277;p20"/>
          <p:cNvSpPr txBox="1"/>
          <p:nvPr>
            <p:ph idx="3" type="body"/>
          </p:nvPr>
        </p:nvSpPr>
        <p:spPr>
          <a:xfrm>
            <a:off x="6294967" y="1835254"/>
            <a:ext cx="4895330" cy="544883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680"/>
              <a:buNone/>
            </a:pPr>
            <a:r>
              <a:rPr lang="nl-NL"/>
              <a:t>--Version 2--</a:t>
            </a:r>
            <a:r>
              <a:rPr lang="nl-NL"/>
              <a:t> design</a:t>
            </a:r>
            <a:endParaRPr/>
          </a:p>
        </p:txBody>
      </p:sp>
      <p:pic>
        <p:nvPicPr>
          <p:cNvPr id="278" name="Google Shape;27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51749" y="2786725"/>
            <a:ext cx="4584589" cy="2883658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20"/>
          <p:cNvSpPr txBox="1"/>
          <p:nvPr/>
        </p:nvSpPr>
        <p:spPr>
          <a:xfrm>
            <a:off x="913795" y="5978758"/>
            <a:ext cx="10353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nl-NL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1=Total cost rigid reservoir; 2=Total cost flexible bladder; 3=Total cost pumping system; 4=Total cost umbilical system; 5=Total cost turbine system; 6=Total cost </a:t>
            </a:r>
            <a:r>
              <a:rPr lang="nl-NL" sz="18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--Version 1--</a:t>
            </a:r>
            <a:r>
              <a:rPr b="0" i="0" lang="nl-NL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 design extra’s; 7=Total other costs</a:t>
            </a:r>
            <a:endParaRPr sz="180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1"/>
          <p:cNvSpPr txBox="1"/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Lustria"/>
              <a:buNone/>
            </a:pPr>
            <a:r>
              <a:rPr lang="nl-NL"/>
              <a:t>Procurement cost (relative amounts)</a:t>
            </a:r>
            <a:endParaRPr/>
          </a:p>
        </p:txBody>
      </p:sp>
      <p:sp>
        <p:nvSpPr>
          <p:cNvPr id="285" name="Google Shape;285;p21"/>
          <p:cNvSpPr txBox="1"/>
          <p:nvPr>
            <p:ph idx="1" type="body"/>
          </p:nvPr>
        </p:nvSpPr>
        <p:spPr>
          <a:xfrm>
            <a:off x="1005872" y="1835254"/>
            <a:ext cx="4876344" cy="544884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680"/>
              <a:buNone/>
            </a:pPr>
            <a:r>
              <a:rPr lang="nl-NL"/>
              <a:t>--Version 1--</a:t>
            </a:r>
            <a:r>
              <a:rPr lang="nl-NL"/>
              <a:t> design</a:t>
            </a:r>
            <a:endParaRPr/>
          </a:p>
        </p:txBody>
      </p:sp>
      <p:pic>
        <p:nvPicPr>
          <p:cNvPr id="286" name="Google Shape;286;p21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7344" y="2646651"/>
            <a:ext cx="4584589" cy="2877561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</p:pic>
      <p:sp>
        <p:nvSpPr>
          <p:cNvPr id="287" name="Google Shape;287;p21"/>
          <p:cNvSpPr txBox="1"/>
          <p:nvPr>
            <p:ph idx="3" type="body"/>
          </p:nvPr>
        </p:nvSpPr>
        <p:spPr>
          <a:xfrm>
            <a:off x="6294967" y="1835254"/>
            <a:ext cx="4895330" cy="544883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680"/>
              <a:buNone/>
            </a:pPr>
            <a:r>
              <a:rPr lang="nl-NL"/>
              <a:t>--Version 2--</a:t>
            </a:r>
            <a:r>
              <a:rPr lang="nl-NL"/>
              <a:t> design</a:t>
            </a:r>
            <a:endParaRPr/>
          </a:p>
        </p:txBody>
      </p:sp>
      <p:pic>
        <p:nvPicPr>
          <p:cNvPr id="288" name="Google Shape;288;p21"/>
          <p:cNvPicPr preferRelativeResize="0"/>
          <p:nvPr>
            <p:ph idx="4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50068" y="2646651"/>
            <a:ext cx="4584589" cy="2877561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</p:pic>
      <p:sp>
        <p:nvSpPr>
          <p:cNvPr id="289" name="Google Shape;289;p21"/>
          <p:cNvSpPr txBox="1"/>
          <p:nvPr/>
        </p:nvSpPr>
        <p:spPr>
          <a:xfrm>
            <a:off x="913795" y="5978758"/>
            <a:ext cx="10353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-NL" sz="18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1=Total cost rigid reservoir; 2=Total cost flexible bladder; 3=Total cost pumping system; 4=Total cost umbilical system; 5=Total cost turbine system; 6=Total cost </a:t>
            </a:r>
            <a:r>
              <a:rPr lang="nl-NL" sz="18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--Version 1--</a:t>
            </a:r>
            <a:r>
              <a:rPr lang="nl-NL" sz="18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 design extra’s; 7=Total other costs</a:t>
            </a:r>
            <a:endParaRPr sz="180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2"/>
          <p:cNvSpPr txBox="1"/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Lustria"/>
              <a:buNone/>
            </a:pPr>
            <a:r>
              <a:rPr lang="nl-NL"/>
              <a:t>5.5 Assembly cost</a:t>
            </a:r>
            <a:endParaRPr/>
          </a:p>
        </p:txBody>
      </p:sp>
      <p:sp>
        <p:nvSpPr>
          <p:cNvPr id="295" name="Google Shape;295;p22"/>
          <p:cNvSpPr txBox="1"/>
          <p:nvPr>
            <p:ph idx="1" type="body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-306000" lvl="0" marL="342900" rtl="0" algn="l">
              <a:spcBef>
                <a:spcPts val="0"/>
              </a:spcBef>
              <a:spcAft>
                <a:spcPts val="0"/>
              </a:spcAft>
              <a:buSzPct val="70000"/>
              <a:buChar char="◈"/>
            </a:pPr>
            <a:r>
              <a:rPr lang="nl-NL"/>
              <a:t>Assembly dagen calculatie</a:t>
            </a:r>
            <a:endParaRPr/>
          </a:p>
          <a:p>
            <a:pPr indent="-270000" lvl="1" marL="720000" rtl="0" algn="l">
              <a:spcBef>
                <a:spcPts val="825"/>
              </a:spcBef>
              <a:spcAft>
                <a:spcPts val="0"/>
              </a:spcAft>
              <a:buSzPct val="70000"/>
              <a:buChar char="🞚"/>
            </a:pPr>
            <a:r>
              <a:rPr lang="nl-NL"/>
              <a:t>Steel frame positioning</a:t>
            </a:r>
            <a:endParaRPr/>
          </a:p>
          <a:p>
            <a:pPr indent="-270000" lvl="1" marL="720000" rtl="0" algn="l">
              <a:spcBef>
                <a:spcPts val="825"/>
              </a:spcBef>
              <a:spcAft>
                <a:spcPts val="0"/>
              </a:spcAft>
              <a:buSzPct val="70000"/>
              <a:buChar char="🞚"/>
            </a:pPr>
            <a:r>
              <a:rPr lang="nl-NL"/>
              <a:t>Steel frame welding (</a:t>
            </a:r>
            <a:r>
              <a:rPr lang="nl-NL"/>
              <a:t>--Version 2--</a:t>
            </a:r>
            <a:r>
              <a:rPr lang="nl-NL"/>
              <a:t> variant)</a:t>
            </a:r>
            <a:endParaRPr/>
          </a:p>
          <a:p>
            <a:pPr indent="-270000" lvl="1" marL="720000" rtl="0" algn="l">
              <a:spcBef>
                <a:spcPts val="825"/>
              </a:spcBef>
              <a:spcAft>
                <a:spcPts val="0"/>
              </a:spcAft>
              <a:buSzPct val="70000"/>
              <a:buChar char="🞚"/>
            </a:pPr>
            <a:r>
              <a:rPr lang="nl-NL"/>
              <a:t>Rigid reservoir positioning</a:t>
            </a:r>
            <a:endParaRPr/>
          </a:p>
          <a:p>
            <a:pPr indent="-270000" lvl="1" marL="720000" rtl="0" algn="l">
              <a:spcBef>
                <a:spcPts val="825"/>
              </a:spcBef>
              <a:spcAft>
                <a:spcPts val="0"/>
              </a:spcAft>
              <a:buSzPct val="70000"/>
              <a:buChar char="🞚"/>
            </a:pPr>
            <a:r>
              <a:rPr lang="nl-NL"/>
              <a:t>Rigid reservoir assembly</a:t>
            </a:r>
            <a:endParaRPr/>
          </a:p>
          <a:p>
            <a:pPr indent="-270000" lvl="1" marL="720000" rtl="0" algn="l">
              <a:spcBef>
                <a:spcPts val="825"/>
              </a:spcBef>
              <a:spcAft>
                <a:spcPts val="0"/>
              </a:spcAft>
              <a:buSzPct val="70000"/>
              <a:buChar char="🞚"/>
            </a:pPr>
            <a:r>
              <a:rPr lang="nl-NL"/>
              <a:t>Rigid reservoir miscellaneous</a:t>
            </a:r>
            <a:endParaRPr/>
          </a:p>
          <a:p>
            <a:pPr indent="-270000" lvl="1" marL="720000" rtl="0" algn="l">
              <a:spcBef>
                <a:spcPts val="825"/>
              </a:spcBef>
              <a:spcAft>
                <a:spcPts val="0"/>
              </a:spcAft>
              <a:buSzPct val="70000"/>
              <a:buChar char="🞚"/>
            </a:pPr>
            <a:r>
              <a:rPr lang="nl-NL"/>
              <a:t>Engine room assembly </a:t>
            </a:r>
            <a:endParaRPr/>
          </a:p>
          <a:p>
            <a:pPr indent="-270000" lvl="1" marL="720000" rtl="0" algn="l">
              <a:spcBef>
                <a:spcPts val="825"/>
              </a:spcBef>
              <a:spcAft>
                <a:spcPts val="0"/>
              </a:spcAft>
              <a:buSzPct val="70000"/>
              <a:buChar char="🞚"/>
            </a:pPr>
            <a:r>
              <a:rPr lang="nl-NL"/>
              <a:t>Flexible bladder assembly</a:t>
            </a:r>
            <a:endParaRPr/>
          </a:p>
          <a:p>
            <a:pPr indent="-306000" lvl="0" marL="342900" rtl="0" algn="l">
              <a:spcBef>
                <a:spcPts val="850"/>
              </a:spcBef>
              <a:spcAft>
                <a:spcPts val="0"/>
              </a:spcAft>
              <a:buSzPct val="70000"/>
              <a:buChar char="◈"/>
            </a:pPr>
            <a:r>
              <a:rPr lang="nl-NL"/>
              <a:t>Gerelateerde kosten</a:t>
            </a:r>
            <a:endParaRPr/>
          </a:p>
          <a:p>
            <a:pPr indent="-270000" lvl="1" marL="720000" rtl="0" algn="l">
              <a:spcBef>
                <a:spcPts val="825"/>
              </a:spcBef>
              <a:spcAft>
                <a:spcPts val="0"/>
              </a:spcAft>
              <a:buSzPct val="70000"/>
              <a:buChar char="🞚"/>
            </a:pPr>
            <a:r>
              <a:rPr lang="nl-NL"/>
              <a:t>Dock cost				€170,564</a:t>
            </a:r>
            <a:endParaRPr/>
          </a:p>
          <a:p>
            <a:pPr indent="-270000" lvl="1" marL="720000" rtl="0" algn="l">
              <a:spcBef>
                <a:spcPts val="825"/>
              </a:spcBef>
              <a:spcAft>
                <a:spcPts val="0"/>
              </a:spcAft>
              <a:buSzPct val="70000"/>
              <a:buChar char="🞚"/>
            </a:pPr>
            <a:r>
              <a:rPr lang="nl-NL"/>
              <a:t>Lighting cost				€14,014</a:t>
            </a:r>
            <a:endParaRPr/>
          </a:p>
          <a:p>
            <a:pPr indent="-270000" lvl="1" marL="720000" rtl="0" algn="l">
              <a:spcBef>
                <a:spcPts val="825"/>
              </a:spcBef>
              <a:spcAft>
                <a:spcPts val="0"/>
              </a:spcAft>
              <a:buSzPct val="70000"/>
              <a:buChar char="🞚"/>
            </a:pPr>
            <a:r>
              <a:rPr lang="nl-NL"/>
              <a:t>Forklift cost				€7,917</a:t>
            </a:r>
            <a:endParaRPr/>
          </a:p>
          <a:p>
            <a:pPr indent="-270000" lvl="1" marL="720000" rtl="0" algn="l">
              <a:spcBef>
                <a:spcPts val="825"/>
              </a:spcBef>
              <a:spcAft>
                <a:spcPts val="0"/>
              </a:spcAft>
              <a:buSzPct val="70000"/>
              <a:buChar char="🞚"/>
            </a:pPr>
            <a:r>
              <a:rPr lang="nl-NL"/>
              <a:t>Cranes cost				€48,117</a:t>
            </a:r>
            <a:endParaRPr/>
          </a:p>
          <a:p>
            <a:pPr indent="-270000" lvl="1" marL="720000" rtl="0" algn="l">
              <a:spcBef>
                <a:spcPts val="825"/>
              </a:spcBef>
              <a:spcAft>
                <a:spcPts val="0"/>
              </a:spcAft>
              <a:buSzPct val="70000"/>
              <a:buChar char="🞚"/>
            </a:pPr>
            <a:r>
              <a:rPr lang="nl-NL"/>
              <a:t>Salary cost				€1,557</a:t>
            </a:r>
            <a:endParaRPr/>
          </a:p>
          <a:p>
            <a:pPr indent="-270000" lvl="1" marL="720000" rtl="0" algn="l">
              <a:spcBef>
                <a:spcPts val="825"/>
              </a:spcBef>
              <a:spcAft>
                <a:spcPts val="0"/>
              </a:spcAft>
              <a:buSzPct val="70000"/>
              <a:buChar char="🞚"/>
            </a:pPr>
            <a:r>
              <a:rPr b="1" lang="nl-NL"/>
              <a:t>TOTAL  ASSEMBLY COST		€242,170</a:t>
            </a:r>
            <a:endParaRPr/>
          </a:p>
          <a:p>
            <a:pPr indent="-219993" lvl="1" marL="720000" rtl="0" algn="l">
              <a:spcBef>
                <a:spcPts val="825"/>
              </a:spcBef>
              <a:spcAft>
                <a:spcPts val="0"/>
              </a:spcAft>
              <a:buSzPct val="7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3"/>
          <p:cNvSpPr txBox="1"/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Lustria"/>
              <a:buNone/>
            </a:pPr>
            <a:r>
              <a:rPr lang="nl-NL"/>
              <a:t>5.6 Installation &amp; commissioning</a:t>
            </a:r>
            <a:endParaRPr/>
          </a:p>
        </p:txBody>
      </p:sp>
      <p:sp>
        <p:nvSpPr>
          <p:cNvPr id="301" name="Google Shape;301;p23"/>
          <p:cNvSpPr txBox="1"/>
          <p:nvPr>
            <p:ph idx="1" type="body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299332" lvl="0" marL="342900" rtl="0" algn="l">
              <a:spcBef>
                <a:spcPts val="0"/>
              </a:spcBef>
              <a:spcAft>
                <a:spcPts val="0"/>
              </a:spcAft>
              <a:buSzPct val="70000"/>
              <a:buChar char="◈"/>
            </a:pPr>
            <a:r>
              <a:rPr lang="nl-NL"/>
              <a:t>Installation</a:t>
            </a:r>
            <a:endParaRPr/>
          </a:p>
          <a:p>
            <a:pPr indent="-263999" lvl="1" marL="720000" rtl="0" algn="l">
              <a:spcBef>
                <a:spcPts val="933"/>
              </a:spcBef>
              <a:spcAft>
                <a:spcPts val="0"/>
              </a:spcAft>
              <a:buSzPct val="70000"/>
              <a:buChar char="🞚"/>
            </a:pPr>
            <a:r>
              <a:rPr lang="nl-NL"/>
              <a:t>Stap 1: Baggeren en zeebed preparatie</a:t>
            </a:r>
            <a:endParaRPr/>
          </a:p>
          <a:p>
            <a:pPr indent="-263999" lvl="1" marL="720000" rtl="0" algn="l">
              <a:spcBef>
                <a:spcPts val="933"/>
              </a:spcBef>
              <a:spcAft>
                <a:spcPts val="0"/>
              </a:spcAft>
              <a:buSzPct val="70000"/>
              <a:buChar char="🞚"/>
            </a:pPr>
            <a:r>
              <a:rPr lang="nl-NL"/>
              <a:t>Stap 2: Rigide reservoir / </a:t>
            </a:r>
            <a:r>
              <a:rPr lang="nl-NL"/>
              <a:t>--Innovation--</a:t>
            </a:r>
            <a:r>
              <a:rPr lang="nl-NL"/>
              <a:t> systeem installeren</a:t>
            </a:r>
            <a:endParaRPr/>
          </a:p>
          <a:p>
            <a:pPr indent="-263999" lvl="1" marL="720000" rtl="0" algn="l">
              <a:spcBef>
                <a:spcPts val="933"/>
              </a:spcBef>
              <a:spcAft>
                <a:spcPts val="0"/>
              </a:spcAft>
              <a:buSzPct val="70000"/>
              <a:buChar char="🞚"/>
            </a:pPr>
            <a:r>
              <a:rPr lang="nl-NL"/>
              <a:t>Stap 3: Gat dichtmaken</a:t>
            </a:r>
            <a:endParaRPr/>
          </a:p>
          <a:p>
            <a:pPr indent="-263999" lvl="1" marL="720000" rtl="0" algn="l">
              <a:spcBef>
                <a:spcPts val="933"/>
              </a:spcBef>
              <a:spcAft>
                <a:spcPts val="0"/>
              </a:spcAft>
              <a:buSzPct val="70000"/>
              <a:buChar char="🞚"/>
            </a:pPr>
            <a:r>
              <a:rPr lang="nl-NL"/>
              <a:t>Stap 4: Flexibele blaas installeren</a:t>
            </a:r>
            <a:endParaRPr/>
          </a:p>
          <a:p>
            <a:pPr indent="-263999" lvl="1" marL="720000" rtl="0" algn="l">
              <a:spcBef>
                <a:spcPts val="933"/>
              </a:spcBef>
              <a:spcAft>
                <a:spcPts val="0"/>
              </a:spcAft>
              <a:buSzPct val="70000"/>
              <a:buChar char="🞚"/>
            </a:pPr>
            <a:r>
              <a:rPr lang="nl-NL"/>
              <a:t>Stap 5: Stortstenen plaatsen</a:t>
            </a:r>
            <a:endParaRPr/>
          </a:p>
          <a:p>
            <a:pPr indent="-299332" lvl="0" marL="342900" rtl="0" algn="l">
              <a:spcBef>
                <a:spcPts val="970"/>
              </a:spcBef>
              <a:spcAft>
                <a:spcPts val="0"/>
              </a:spcAft>
              <a:buSzPct val="70000"/>
              <a:buChar char="◈"/>
            </a:pPr>
            <a:r>
              <a:rPr lang="nl-NL"/>
              <a:t>Commissioning</a:t>
            </a:r>
            <a:endParaRPr/>
          </a:p>
          <a:p>
            <a:pPr indent="-263999" lvl="1" marL="720000" rtl="0" algn="l">
              <a:spcBef>
                <a:spcPts val="933"/>
              </a:spcBef>
              <a:spcAft>
                <a:spcPts val="0"/>
              </a:spcAft>
              <a:buSzPct val="70000"/>
              <a:buChar char="🞚"/>
            </a:pPr>
            <a:r>
              <a:rPr lang="nl-NL"/>
              <a:t>Side acceptance test (2 dagen, 4 werknemers)</a:t>
            </a:r>
            <a:endParaRPr/>
          </a:p>
          <a:p>
            <a:pPr indent="-263999" lvl="1" marL="720000" rtl="0" algn="l">
              <a:spcBef>
                <a:spcPts val="933"/>
              </a:spcBef>
              <a:spcAft>
                <a:spcPts val="0"/>
              </a:spcAft>
              <a:buSzPct val="70000"/>
              <a:buChar char="🞚"/>
            </a:pPr>
            <a:r>
              <a:rPr lang="nl-NL"/>
              <a:t>Optioneel</a:t>
            </a:r>
            <a:endParaRPr/>
          </a:p>
          <a:p>
            <a:pPr indent="-210666" lvl="2" marL="1026000" rtl="0" algn="l">
              <a:spcBef>
                <a:spcPts val="896"/>
              </a:spcBef>
              <a:spcAft>
                <a:spcPts val="0"/>
              </a:spcAft>
              <a:buSzPct val="70000"/>
              <a:buChar char="◈"/>
            </a:pPr>
            <a:r>
              <a:rPr lang="nl-NL"/>
              <a:t>Jaarlijkse performance monitoring and Warranty kosten</a:t>
            </a:r>
            <a:endParaRPr/>
          </a:p>
          <a:p>
            <a:pPr indent="-210666" lvl="2" marL="1026000" rtl="0" algn="l">
              <a:spcBef>
                <a:spcPts val="896"/>
              </a:spcBef>
              <a:spcAft>
                <a:spcPts val="0"/>
              </a:spcAft>
              <a:buSzPct val="70000"/>
              <a:buChar char="◈"/>
            </a:pPr>
            <a:r>
              <a:rPr lang="nl-NL"/>
              <a:t>Jaarlijkse P&amp;I verzereringskosten</a:t>
            </a:r>
            <a:endParaRPr/>
          </a:p>
          <a:p>
            <a:pPr indent="-210666" lvl="2" marL="1026000" rtl="0" algn="l">
              <a:spcBef>
                <a:spcPts val="896"/>
              </a:spcBef>
              <a:spcAft>
                <a:spcPts val="0"/>
              </a:spcAft>
              <a:buSzPct val="70000"/>
              <a:buChar char="◈"/>
            </a:pPr>
            <a:r>
              <a:rPr lang="nl-NL"/>
              <a:t>Jaarlijkse Hull and Machinery verzekeringskosten</a:t>
            </a:r>
            <a:endParaRPr/>
          </a:p>
          <a:p>
            <a:pPr indent="-195990" lvl="1" marL="720000" rtl="0" algn="l">
              <a:spcBef>
                <a:spcPts val="933"/>
              </a:spcBef>
              <a:spcAft>
                <a:spcPts val="0"/>
              </a:spcAft>
              <a:buSzPct val="7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4"/>
          <p:cNvSpPr txBox="1"/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Lustria"/>
              <a:buNone/>
            </a:pPr>
            <a:r>
              <a:rPr lang="nl-NL" sz="3200"/>
              <a:t>5.6.1 Baggeren</a:t>
            </a:r>
            <a:endParaRPr sz="3200"/>
          </a:p>
        </p:txBody>
      </p:sp>
      <p:graphicFrame>
        <p:nvGraphicFramePr>
          <p:cNvPr id="307" name="Google Shape;307;p24"/>
          <p:cNvGraphicFramePr/>
          <p:nvPr/>
        </p:nvGraphicFramePr>
        <p:xfrm>
          <a:off x="914400" y="1731963"/>
          <a:ext cx="10353675" cy="4059237"/>
        </p:xfrm>
        <a:graphic>
          <a:graphicData uri="http://schemas.openxmlformats.org/drawingml/2006/chart">
            <c:chart r:id="rId4"/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6"/>
          <p:cNvSpPr txBox="1"/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Lustria"/>
              <a:buNone/>
            </a:pPr>
            <a:r>
              <a:rPr lang="nl-NL" sz="3200"/>
              <a:t>5.6.3 Gat dichtmaken</a:t>
            </a:r>
            <a:endParaRPr sz="3200"/>
          </a:p>
        </p:txBody>
      </p:sp>
      <p:graphicFrame>
        <p:nvGraphicFramePr>
          <p:cNvPr id="313" name="Google Shape;313;p26"/>
          <p:cNvGraphicFramePr/>
          <p:nvPr/>
        </p:nvGraphicFramePr>
        <p:xfrm>
          <a:off x="914400" y="1731963"/>
          <a:ext cx="10353675" cy="4059237"/>
        </p:xfrm>
        <a:graphic>
          <a:graphicData uri="http://schemas.openxmlformats.org/drawingml/2006/chart">
            <c:chart r:id="rId3"/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7"/>
          <p:cNvSpPr txBox="1"/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Lustria"/>
              <a:buNone/>
            </a:pPr>
            <a:r>
              <a:rPr lang="nl-NL" sz="3200"/>
              <a:t>5.6.4 Flexibele blaas installeren</a:t>
            </a:r>
            <a:endParaRPr sz="3200"/>
          </a:p>
        </p:txBody>
      </p:sp>
      <p:graphicFrame>
        <p:nvGraphicFramePr>
          <p:cNvPr id="319" name="Google Shape;319;p27"/>
          <p:cNvGraphicFramePr/>
          <p:nvPr/>
        </p:nvGraphicFramePr>
        <p:xfrm>
          <a:off x="913795" y="2313830"/>
          <a:ext cx="4943619" cy="2979751"/>
        </p:xfrm>
        <a:graphic>
          <a:graphicData uri="http://schemas.openxmlformats.org/drawingml/2006/chart">
            <c:chart r:id="rId3"/>
          </a:graphicData>
        </a:graphic>
      </p:graphicFrame>
      <p:graphicFrame>
        <p:nvGraphicFramePr>
          <p:cNvPr id="320" name="Google Shape;320;p27"/>
          <p:cNvGraphicFramePr/>
          <p:nvPr/>
        </p:nvGraphicFramePr>
        <p:xfrm>
          <a:off x="6323938" y="2313829"/>
          <a:ext cx="4943619" cy="2979751"/>
        </p:xfrm>
        <a:graphic>
          <a:graphicData uri="http://schemas.openxmlformats.org/drawingml/2006/chart">
            <c:chart r:id="rId4"/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8"/>
          <p:cNvSpPr txBox="1"/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Lustria"/>
              <a:buNone/>
            </a:pPr>
            <a:r>
              <a:rPr lang="nl-NL" sz="3200"/>
              <a:t>5.6.5 Stortstenen plaatsen</a:t>
            </a:r>
            <a:endParaRPr sz="3200"/>
          </a:p>
        </p:txBody>
      </p:sp>
      <p:graphicFrame>
        <p:nvGraphicFramePr>
          <p:cNvPr id="326" name="Google Shape;326;p28"/>
          <p:cNvGraphicFramePr/>
          <p:nvPr/>
        </p:nvGraphicFramePr>
        <p:xfrm>
          <a:off x="914400" y="1731963"/>
          <a:ext cx="10353675" cy="4059237"/>
        </p:xfrm>
        <a:graphic>
          <a:graphicData uri="http://schemas.openxmlformats.org/drawingml/2006/chart">
            <c:chart r:id="rId4"/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9"/>
          <p:cNvSpPr txBox="1"/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Lustria"/>
              <a:buNone/>
            </a:pPr>
            <a:r>
              <a:rPr lang="nl-NL" sz="3200"/>
              <a:t>5.6.6 Installation samengevat (</a:t>
            </a:r>
            <a:r>
              <a:rPr lang="nl-NL" sz="3200"/>
              <a:t>--Version 1--</a:t>
            </a:r>
            <a:r>
              <a:rPr lang="nl-NL" sz="3200"/>
              <a:t>)</a:t>
            </a:r>
            <a:endParaRPr sz="3200"/>
          </a:p>
        </p:txBody>
      </p:sp>
      <p:graphicFrame>
        <p:nvGraphicFramePr>
          <p:cNvPr id="332" name="Google Shape;332;p29"/>
          <p:cNvGraphicFramePr/>
          <p:nvPr/>
        </p:nvGraphicFramePr>
        <p:xfrm>
          <a:off x="913795" y="2550109"/>
          <a:ext cx="4442460" cy="2796540"/>
        </p:xfrm>
        <a:graphic>
          <a:graphicData uri="http://schemas.openxmlformats.org/drawingml/2006/chart">
            <c:chart r:id="rId3"/>
          </a:graphicData>
        </a:graphic>
      </p:graphicFrame>
      <p:graphicFrame>
        <p:nvGraphicFramePr>
          <p:cNvPr id="333" name="Google Shape;333;p29"/>
          <p:cNvGraphicFramePr/>
          <p:nvPr/>
        </p:nvGraphicFramePr>
        <p:xfrm>
          <a:off x="4691270" y="1918760"/>
          <a:ext cx="10353675" cy="4059237"/>
        </p:xfrm>
        <a:graphic>
          <a:graphicData uri="http://schemas.openxmlformats.org/drawingml/2006/chart">
            <c:chart r:id="rId4"/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0"/>
          <p:cNvSpPr txBox="1"/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Lustria"/>
              <a:buNone/>
            </a:pPr>
            <a:r>
              <a:rPr lang="nl-NL" sz="3200"/>
              <a:t>5.6.6 Installation samengevat (</a:t>
            </a:r>
            <a:r>
              <a:rPr lang="nl-NL" sz="3200"/>
              <a:t>--Version 2--</a:t>
            </a:r>
            <a:r>
              <a:rPr lang="nl-NL" sz="3200"/>
              <a:t>)</a:t>
            </a:r>
            <a:endParaRPr sz="3200"/>
          </a:p>
        </p:txBody>
      </p:sp>
      <p:graphicFrame>
        <p:nvGraphicFramePr>
          <p:cNvPr id="339" name="Google Shape;339;p30"/>
          <p:cNvGraphicFramePr/>
          <p:nvPr/>
        </p:nvGraphicFramePr>
        <p:xfrm>
          <a:off x="913795" y="2398128"/>
          <a:ext cx="4442460" cy="2796540"/>
        </p:xfrm>
        <a:graphic>
          <a:graphicData uri="http://schemas.openxmlformats.org/drawingml/2006/chart">
            <c:chart r:id="rId3"/>
          </a:graphicData>
        </a:graphic>
      </p:graphicFrame>
      <p:graphicFrame>
        <p:nvGraphicFramePr>
          <p:cNvPr id="340" name="Google Shape;340;p30"/>
          <p:cNvGraphicFramePr/>
          <p:nvPr/>
        </p:nvGraphicFramePr>
        <p:xfrm>
          <a:off x="4364610" y="1766779"/>
          <a:ext cx="10353675" cy="4059237"/>
        </p:xfrm>
        <a:graphic>
          <a:graphicData uri="http://schemas.openxmlformats.org/drawingml/2006/chart">
            <c:chart r:id="rId4"/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1"/>
          <p:cNvSpPr txBox="1"/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Lustria"/>
              <a:buNone/>
            </a:pPr>
            <a:r>
              <a:rPr lang="nl-NL"/>
              <a:t>5.7 Operation &amp; Maintenance</a:t>
            </a:r>
            <a:endParaRPr/>
          </a:p>
        </p:txBody>
      </p:sp>
      <p:sp>
        <p:nvSpPr>
          <p:cNvPr id="346" name="Google Shape;346;p31"/>
          <p:cNvSpPr txBox="1"/>
          <p:nvPr>
            <p:ph idx="1" type="body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06000" lvl="0" marL="342900" rtl="0" algn="l">
              <a:spcBef>
                <a:spcPts val="0"/>
              </a:spcBef>
              <a:spcAft>
                <a:spcPts val="0"/>
              </a:spcAft>
              <a:buSzPts val="1400"/>
              <a:buChar char="◈"/>
            </a:pPr>
            <a:r>
              <a:rPr lang="nl-NL"/>
              <a:t> 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2"/>
          <p:cNvSpPr txBox="1"/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Lustria"/>
              <a:buNone/>
            </a:pPr>
            <a:r>
              <a:rPr lang="nl-NL" sz="3200"/>
              <a:t>5.7.1 Maintenance componenten</a:t>
            </a:r>
            <a:endParaRPr sz="3200"/>
          </a:p>
        </p:txBody>
      </p:sp>
      <p:sp>
        <p:nvSpPr>
          <p:cNvPr id="352" name="Google Shape;352;p32"/>
          <p:cNvSpPr txBox="1"/>
          <p:nvPr>
            <p:ph idx="1" type="body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94099" rtl="0" algn="l">
              <a:spcBef>
                <a:spcPts val="0"/>
              </a:spcBef>
              <a:spcAft>
                <a:spcPts val="0"/>
              </a:spcAft>
              <a:buSzPts val="1400"/>
              <a:buFont typeface="Lustria"/>
              <a:buAutoNum type="arabicPeriod"/>
            </a:pPr>
            <a:r>
              <a:rPr lang="nl-NL"/>
              <a:t>Generator</a:t>
            </a:r>
            <a:endParaRPr/>
          </a:p>
          <a:p>
            <a:pPr indent="-457200" lvl="0" marL="494099" rtl="0" algn="l">
              <a:spcBef>
                <a:spcPts val="1000"/>
              </a:spcBef>
              <a:spcAft>
                <a:spcPts val="0"/>
              </a:spcAft>
              <a:buSzPts val="1400"/>
              <a:buFont typeface="Lustria"/>
              <a:buAutoNum type="arabicPeriod"/>
            </a:pPr>
            <a:r>
              <a:rPr lang="nl-NL"/>
              <a:t>Warning transformer</a:t>
            </a:r>
            <a:endParaRPr/>
          </a:p>
          <a:p>
            <a:pPr indent="-457200" lvl="0" marL="494099" rtl="0" algn="l">
              <a:spcBef>
                <a:spcPts val="1000"/>
              </a:spcBef>
              <a:spcAft>
                <a:spcPts val="0"/>
              </a:spcAft>
              <a:buSzPts val="1400"/>
              <a:buFont typeface="Lustria"/>
              <a:buAutoNum type="arabicPeriod"/>
            </a:pPr>
            <a:r>
              <a:rPr lang="nl-NL"/>
              <a:t>Current transformer</a:t>
            </a:r>
            <a:endParaRPr/>
          </a:p>
          <a:p>
            <a:pPr indent="-457200" lvl="0" marL="494099" rtl="0" algn="l">
              <a:spcBef>
                <a:spcPts val="1000"/>
              </a:spcBef>
              <a:spcAft>
                <a:spcPts val="0"/>
              </a:spcAft>
              <a:buSzPts val="1400"/>
              <a:buFont typeface="Lustria"/>
              <a:buAutoNum type="arabicPeriod"/>
            </a:pPr>
            <a:r>
              <a:rPr lang="nl-NL"/>
              <a:t>Voltage transformer</a:t>
            </a:r>
            <a:endParaRPr/>
          </a:p>
          <a:p>
            <a:pPr indent="-457200" lvl="0" marL="494099" rtl="0" algn="l">
              <a:spcBef>
                <a:spcPts val="1000"/>
              </a:spcBef>
              <a:spcAft>
                <a:spcPts val="0"/>
              </a:spcAft>
              <a:buSzPts val="1400"/>
              <a:buFont typeface="Lustria"/>
              <a:buAutoNum type="arabicPeriod"/>
            </a:pPr>
            <a:r>
              <a:rPr lang="nl-NL"/>
              <a:t>Main power transformer</a:t>
            </a:r>
            <a:endParaRPr/>
          </a:p>
          <a:p>
            <a:pPr indent="-457200" lvl="0" marL="494099" rtl="0" algn="l">
              <a:spcBef>
                <a:spcPts val="1000"/>
              </a:spcBef>
              <a:spcAft>
                <a:spcPts val="0"/>
              </a:spcAft>
              <a:buSzPts val="1400"/>
              <a:buFont typeface="Lustria"/>
              <a:buAutoNum type="arabicPeriod"/>
            </a:pPr>
            <a:r>
              <a:rPr lang="nl-NL"/>
              <a:t>Internal transformer</a:t>
            </a:r>
            <a:endParaRPr/>
          </a:p>
          <a:p>
            <a:pPr indent="-457200" lvl="0" marL="494099" rtl="0" algn="l">
              <a:spcBef>
                <a:spcPts val="1000"/>
              </a:spcBef>
              <a:spcAft>
                <a:spcPts val="0"/>
              </a:spcAft>
              <a:buSzPts val="1400"/>
              <a:buFont typeface="Lustria"/>
              <a:buAutoNum type="arabicPeriod"/>
            </a:pPr>
            <a:r>
              <a:rPr lang="nl-NL"/>
              <a:t>Butterfly valve</a:t>
            </a:r>
            <a:endParaRPr/>
          </a:p>
          <a:p>
            <a:pPr indent="-457200" lvl="0" marL="494099" rtl="0" algn="l">
              <a:spcBef>
                <a:spcPts val="1000"/>
              </a:spcBef>
              <a:spcAft>
                <a:spcPts val="0"/>
              </a:spcAft>
              <a:buSzPts val="1400"/>
              <a:buFont typeface="Lustria"/>
              <a:buAutoNum type="arabicPeriod"/>
            </a:pPr>
            <a:r>
              <a:rPr lang="nl-NL"/>
              <a:t>Turbine maintenance</a:t>
            </a:r>
            <a:endParaRPr/>
          </a:p>
        </p:txBody>
      </p:sp>
      <p:graphicFrame>
        <p:nvGraphicFramePr>
          <p:cNvPr id="353" name="Google Shape;353;p32"/>
          <p:cNvGraphicFramePr/>
          <p:nvPr/>
        </p:nvGraphicFramePr>
        <p:xfrm>
          <a:off x="5590656" y="2124317"/>
          <a:ext cx="5676901" cy="3275014"/>
        </p:xfrm>
        <a:graphic>
          <a:graphicData uri="http://schemas.openxmlformats.org/drawingml/2006/chart">
            <c:chart r:id="rId3"/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3"/>
          <p:cNvSpPr txBox="1"/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Lustria"/>
              <a:buNone/>
            </a:pPr>
            <a:r>
              <a:rPr lang="nl-NL"/>
              <a:t>5.7 Decommissioning &amp; Disposal</a:t>
            </a:r>
            <a:endParaRPr/>
          </a:p>
        </p:txBody>
      </p:sp>
      <p:sp>
        <p:nvSpPr>
          <p:cNvPr id="359" name="Google Shape;359;p33"/>
          <p:cNvSpPr txBox="1"/>
          <p:nvPr>
            <p:ph idx="1" type="body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06000" lvl="0" marL="342900" rtl="0" algn="l">
              <a:spcBef>
                <a:spcPts val="0"/>
              </a:spcBef>
              <a:spcAft>
                <a:spcPts val="0"/>
              </a:spcAft>
              <a:buSzPts val="1400"/>
              <a:buChar char="◈"/>
            </a:pPr>
            <a:r>
              <a:rPr lang="nl-NL"/>
              <a:t>Decommissioning cost</a:t>
            </a:r>
            <a:endParaRPr/>
          </a:p>
          <a:p>
            <a:pPr indent="-270000" lvl="1" marL="720000" rtl="0" algn="l">
              <a:spcBef>
                <a:spcPts val="960"/>
              </a:spcBef>
              <a:spcAft>
                <a:spcPts val="0"/>
              </a:spcAft>
              <a:buSzPts val="1260"/>
              <a:buChar char="🞚"/>
            </a:pPr>
            <a:r>
              <a:rPr lang="nl-NL"/>
              <a:t>Enkele dive support vessel</a:t>
            </a:r>
            <a:endParaRPr/>
          </a:p>
          <a:p>
            <a:pPr indent="-270000" lvl="1" marL="720000" rtl="0" algn="l">
              <a:spcBef>
                <a:spcPts val="960"/>
              </a:spcBef>
              <a:spcAft>
                <a:spcPts val="0"/>
              </a:spcAft>
              <a:buSzPts val="1260"/>
              <a:buChar char="🞚"/>
            </a:pPr>
            <a:r>
              <a:rPr lang="nl-NL"/>
              <a:t>2 uur verwijdering per system</a:t>
            </a:r>
            <a:endParaRPr/>
          </a:p>
          <a:p>
            <a:pPr indent="-306000" lvl="0" marL="342900" rtl="0" algn="l">
              <a:spcBef>
                <a:spcPts val="1000"/>
              </a:spcBef>
              <a:spcAft>
                <a:spcPts val="0"/>
              </a:spcAft>
              <a:buSzPts val="1400"/>
              <a:buChar char="◈"/>
            </a:pPr>
            <a:r>
              <a:rPr lang="nl-NL"/>
              <a:t>Disposal opbrengsten</a:t>
            </a:r>
            <a:endParaRPr/>
          </a:p>
          <a:p>
            <a:pPr indent="-270000" lvl="1" marL="720000" rtl="0" algn="l">
              <a:spcBef>
                <a:spcPts val="960"/>
              </a:spcBef>
              <a:spcAft>
                <a:spcPts val="0"/>
              </a:spcAft>
              <a:buSzPts val="1260"/>
              <a:buChar char="🞚"/>
            </a:pPr>
            <a:r>
              <a:rPr lang="nl-NL"/>
              <a:t>5 meter Schacht 🡪 Salvage waarde scrap steel</a:t>
            </a:r>
            <a:endParaRPr/>
          </a:p>
          <a:p>
            <a:pPr indent="-270000" lvl="1" marL="720000" rtl="0" algn="l">
              <a:spcBef>
                <a:spcPts val="960"/>
              </a:spcBef>
              <a:spcAft>
                <a:spcPts val="0"/>
              </a:spcAft>
              <a:buSzPts val="1260"/>
              <a:buChar char="🞚"/>
            </a:pPr>
            <a:r>
              <a:rPr lang="nl-NL"/>
              <a:t>Whitehead (2013): Gewicht staal 2MW Francis turbine 🡪 Salvage waarde stainless steel</a:t>
            </a:r>
            <a:endParaRPr/>
          </a:p>
          <a:p>
            <a:pPr indent="-270000" lvl="1" marL="720000" rtl="0" algn="l">
              <a:spcBef>
                <a:spcPts val="960"/>
              </a:spcBef>
              <a:spcAft>
                <a:spcPts val="0"/>
              </a:spcAft>
              <a:buSzPts val="1260"/>
              <a:buChar char="🞚"/>
            </a:pPr>
            <a:r>
              <a:rPr lang="nl-NL"/>
              <a:t>Habib and Wenzel (2016): kg/MW koper in permanent magnet generator 🡪 Salvage waarde koper</a:t>
            </a:r>
            <a:endParaRPr/>
          </a:p>
          <a:p>
            <a:pPr indent="-270000" lvl="1" marL="720000" rtl="0" algn="l">
              <a:spcBef>
                <a:spcPts val="960"/>
              </a:spcBef>
              <a:spcAft>
                <a:spcPts val="0"/>
              </a:spcAft>
              <a:buSzPts val="1260"/>
              <a:buChar char="🞚"/>
            </a:pPr>
            <a:r>
              <a:rPr lang="nl-NL"/>
              <a:t>Chen, Yang and Zhao (2011): material intensity 1.25MW transformator wind turbine 🡪 Salvage waarde scrap steel en koper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4"/>
          <p:cNvSpPr txBox="1"/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Lustria"/>
              <a:buNone/>
            </a:pPr>
            <a:r>
              <a:rPr lang="nl-NL"/>
              <a:t>5.8 TCO overzicht (</a:t>
            </a:r>
            <a:r>
              <a:rPr lang="nl-NL"/>
              <a:t>--Version 1--</a:t>
            </a:r>
            <a:r>
              <a:rPr lang="nl-NL"/>
              <a:t> design)</a:t>
            </a:r>
            <a:endParaRPr/>
          </a:p>
        </p:txBody>
      </p:sp>
      <p:sp>
        <p:nvSpPr>
          <p:cNvPr id="365" name="Google Shape;365;p34"/>
          <p:cNvSpPr txBox="1"/>
          <p:nvPr>
            <p:ph idx="1" type="body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06000" lvl="0" marL="342900" rtl="0" algn="l">
              <a:spcBef>
                <a:spcPts val="0"/>
              </a:spcBef>
              <a:spcAft>
                <a:spcPts val="0"/>
              </a:spcAft>
              <a:buSzPct val="70000"/>
              <a:buChar char="◈"/>
            </a:pPr>
            <a:r>
              <a:rPr lang="nl-NL"/>
              <a:t>Pre-development &amp; Consenting:		€ 637,346</a:t>
            </a:r>
            <a:endParaRPr/>
          </a:p>
          <a:p>
            <a:pPr indent="-306000" lvl="0" marL="342900" rtl="0" algn="l">
              <a:spcBef>
                <a:spcPts val="970"/>
              </a:spcBef>
              <a:spcAft>
                <a:spcPts val="0"/>
              </a:spcAft>
              <a:buSzPct val="70000"/>
              <a:buChar char="◈"/>
            </a:pPr>
            <a:r>
              <a:rPr lang="nl-NL"/>
              <a:t>Procurement:						€ 3,077,216</a:t>
            </a:r>
            <a:endParaRPr/>
          </a:p>
          <a:p>
            <a:pPr indent="-306000" lvl="0" marL="342900" rtl="0" algn="l">
              <a:spcBef>
                <a:spcPts val="970"/>
              </a:spcBef>
              <a:spcAft>
                <a:spcPts val="0"/>
              </a:spcAft>
              <a:buSzPct val="70000"/>
              <a:buChar char="◈"/>
            </a:pPr>
            <a:r>
              <a:rPr lang="nl-NL"/>
              <a:t>Assembly:							€ 121,183</a:t>
            </a:r>
            <a:endParaRPr/>
          </a:p>
          <a:p>
            <a:pPr indent="-306000" lvl="0" marL="342900" rtl="0" algn="l">
              <a:spcBef>
                <a:spcPts val="970"/>
              </a:spcBef>
              <a:spcAft>
                <a:spcPts val="0"/>
              </a:spcAft>
              <a:buSzPct val="70000"/>
              <a:buChar char="◈"/>
            </a:pPr>
            <a:r>
              <a:rPr lang="nl-NL"/>
              <a:t>Installation &amp; Commissioning:			€ 1,110,633</a:t>
            </a:r>
            <a:endParaRPr/>
          </a:p>
          <a:p>
            <a:pPr indent="-306000" lvl="0" marL="342900" rtl="0" algn="l">
              <a:spcBef>
                <a:spcPts val="970"/>
              </a:spcBef>
              <a:spcAft>
                <a:spcPts val="0"/>
              </a:spcAft>
              <a:buSzPct val="70000"/>
              <a:buChar char="◈"/>
            </a:pPr>
            <a:r>
              <a:rPr lang="nl-NL"/>
              <a:t>Operation &amp; Maintenance:			€ 248,800</a:t>
            </a:r>
            <a:endParaRPr/>
          </a:p>
          <a:p>
            <a:pPr indent="-306000" lvl="0" marL="342900" rtl="0" algn="l">
              <a:spcBef>
                <a:spcPts val="970"/>
              </a:spcBef>
              <a:spcAft>
                <a:spcPts val="0"/>
              </a:spcAft>
              <a:buSzPct val="70000"/>
              <a:buChar char="◈"/>
            </a:pPr>
            <a:r>
              <a:rPr lang="nl-NL"/>
              <a:t>Decommissioning &amp; Disposal:			-€ 35,512</a:t>
            </a:r>
            <a:endParaRPr/>
          </a:p>
          <a:p>
            <a:pPr indent="-223767" lvl="0" marL="342900" rtl="0" algn="l">
              <a:spcBef>
                <a:spcPts val="970"/>
              </a:spcBef>
              <a:spcAft>
                <a:spcPts val="0"/>
              </a:spcAft>
              <a:buSzPct val="70000"/>
              <a:buNone/>
            </a:pPr>
            <a:r>
              <a:t/>
            </a:r>
            <a:endParaRPr/>
          </a:p>
          <a:p>
            <a:pPr indent="-306000" lvl="0" marL="342900" rtl="0" algn="l">
              <a:spcBef>
                <a:spcPts val="970"/>
              </a:spcBef>
              <a:spcAft>
                <a:spcPts val="0"/>
              </a:spcAft>
              <a:buSzPct val="70000"/>
              <a:buChar char="◈"/>
            </a:pPr>
            <a:r>
              <a:rPr lang="nl-NL"/>
              <a:t>Total Cost of Ownership:				€ 5,159,665</a:t>
            </a:r>
            <a:endParaRPr/>
          </a:p>
          <a:p>
            <a:pPr indent="-306000" lvl="0" marL="342900" rtl="0" algn="l">
              <a:spcBef>
                <a:spcPts val="970"/>
              </a:spcBef>
              <a:spcAft>
                <a:spcPts val="0"/>
              </a:spcAft>
              <a:buSzPct val="70000"/>
              <a:buChar char="◈"/>
            </a:pPr>
            <a:r>
              <a:rPr lang="nl-NL"/>
              <a:t>TCO ($/kWh):						$1,036</a:t>
            </a:r>
            <a:endParaRPr/>
          </a:p>
          <a:p>
            <a:pPr indent="-306000" lvl="0" marL="342900" rtl="0" algn="l">
              <a:spcBef>
                <a:spcPts val="970"/>
              </a:spcBef>
              <a:spcAft>
                <a:spcPts val="0"/>
              </a:spcAft>
              <a:buSzPct val="70000"/>
              <a:buChar char="◈"/>
            </a:pPr>
            <a:r>
              <a:rPr lang="nl-NL"/>
              <a:t>TCO ($/kW):							$1,554</a:t>
            </a:r>
            <a:endParaRPr/>
          </a:p>
          <a:p>
            <a:pPr indent="-223767" lvl="0" marL="342900" rtl="0" algn="l">
              <a:spcBef>
                <a:spcPts val="970"/>
              </a:spcBef>
              <a:spcAft>
                <a:spcPts val="0"/>
              </a:spcAft>
              <a:buSzPct val="7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8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371" name="Google Shape;371;p35"/>
          <p:cNvSpPr/>
          <p:nvPr/>
        </p:nvSpPr>
        <p:spPr>
          <a:xfrm>
            <a:off x="461331" y="480060"/>
            <a:ext cx="4180332" cy="2788074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B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pic>
        <p:nvPicPr>
          <p:cNvPr descr="Chart, bar chart&#10;&#10;Description automatically generated" id="372" name="Google Shape;372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2549" y="726767"/>
            <a:ext cx="3854945" cy="2309053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35"/>
          <p:cNvSpPr/>
          <p:nvPr/>
        </p:nvSpPr>
        <p:spPr>
          <a:xfrm>
            <a:off x="461331" y="3603670"/>
            <a:ext cx="4180332" cy="2788074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B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pic>
        <p:nvPicPr>
          <p:cNvPr id="374" name="Google Shape;374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2549" y="4400507"/>
            <a:ext cx="3854945" cy="1167005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35"/>
          <p:cNvSpPr/>
          <p:nvPr/>
        </p:nvSpPr>
        <p:spPr>
          <a:xfrm>
            <a:off x="4980596" y="487090"/>
            <a:ext cx="6741849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pic>
        <p:nvPicPr>
          <p:cNvPr descr="Chart, pie chart&#10;&#10;Description automatically generated" id="376" name="Google Shape;376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44764" y="1424865"/>
            <a:ext cx="6410084" cy="40223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6"/>
          <p:cNvSpPr txBox="1"/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Lustria"/>
              <a:buNone/>
            </a:pPr>
            <a:r>
              <a:rPr lang="nl-NL"/>
              <a:t>TCO overzicht (</a:t>
            </a:r>
            <a:r>
              <a:rPr lang="nl-NL"/>
              <a:t>--Version 2--</a:t>
            </a:r>
            <a:r>
              <a:rPr lang="nl-NL"/>
              <a:t> design)</a:t>
            </a:r>
            <a:endParaRPr/>
          </a:p>
        </p:txBody>
      </p:sp>
      <p:sp>
        <p:nvSpPr>
          <p:cNvPr id="382" name="Google Shape;382;p36"/>
          <p:cNvSpPr txBox="1"/>
          <p:nvPr>
            <p:ph idx="1" type="body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06000" lvl="0" marL="342900" rtl="0" algn="l">
              <a:spcBef>
                <a:spcPts val="0"/>
              </a:spcBef>
              <a:spcAft>
                <a:spcPts val="0"/>
              </a:spcAft>
              <a:buSzPct val="70000"/>
              <a:buChar char="◈"/>
            </a:pPr>
            <a:r>
              <a:rPr lang="nl-NL"/>
              <a:t>Pre-development &amp; Consenting:		€ 965,597</a:t>
            </a:r>
            <a:endParaRPr/>
          </a:p>
          <a:p>
            <a:pPr indent="-306000" lvl="0" marL="342900" rtl="0" algn="l">
              <a:spcBef>
                <a:spcPts val="970"/>
              </a:spcBef>
              <a:spcAft>
                <a:spcPts val="0"/>
              </a:spcAft>
              <a:buSzPct val="70000"/>
              <a:buChar char="◈"/>
            </a:pPr>
            <a:r>
              <a:rPr lang="nl-NL"/>
              <a:t>Procurement:						€7,127,165</a:t>
            </a:r>
            <a:endParaRPr/>
          </a:p>
          <a:p>
            <a:pPr indent="-306000" lvl="0" marL="342900" rtl="0" algn="l">
              <a:spcBef>
                <a:spcPts val="970"/>
              </a:spcBef>
              <a:spcAft>
                <a:spcPts val="0"/>
              </a:spcAft>
              <a:buSzPct val="70000"/>
              <a:buChar char="◈"/>
            </a:pPr>
            <a:r>
              <a:rPr lang="nl-NL"/>
              <a:t>Assembly:							€ 242,170</a:t>
            </a:r>
            <a:endParaRPr/>
          </a:p>
          <a:p>
            <a:pPr indent="-306000" lvl="0" marL="342900" rtl="0" algn="l">
              <a:spcBef>
                <a:spcPts val="970"/>
              </a:spcBef>
              <a:spcAft>
                <a:spcPts val="0"/>
              </a:spcAft>
              <a:buSzPct val="70000"/>
              <a:buChar char="◈"/>
            </a:pPr>
            <a:r>
              <a:rPr lang="nl-NL"/>
              <a:t>Installation &amp; Commissioning:			€ 79,800</a:t>
            </a:r>
            <a:endParaRPr/>
          </a:p>
          <a:p>
            <a:pPr indent="-306000" lvl="0" marL="342900" rtl="0" algn="l">
              <a:spcBef>
                <a:spcPts val="970"/>
              </a:spcBef>
              <a:spcAft>
                <a:spcPts val="0"/>
              </a:spcAft>
              <a:buSzPct val="70000"/>
              <a:buChar char="◈"/>
            </a:pPr>
            <a:r>
              <a:rPr lang="nl-NL"/>
              <a:t>Operation &amp; Maintenance:			€ 248,800</a:t>
            </a:r>
            <a:endParaRPr/>
          </a:p>
          <a:p>
            <a:pPr indent="-306000" lvl="0" marL="342900" rtl="0" algn="l">
              <a:spcBef>
                <a:spcPts val="970"/>
              </a:spcBef>
              <a:spcAft>
                <a:spcPts val="0"/>
              </a:spcAft>
              <a:buSzPct val="70000"/>
              <a:buChar char="◈"/>
            </a:pPr>
            <a:r>
              <a:rPr lang="nl-NL"/>
              <a:t>Decommissioning &amp; Disposal:			-€ 35,512</a:t>
            </a:r>
            <a:endParaRPr/>
          </a:p>
          <a:p>
            <a:pPr indent="-223767" lvl="0" marL="342900" rtl="0" algn="l">
              <a:spcBef>
                <a:spcPts val="970"/>
              </a:spcBef>
              <a:spcAft>
                <a:spcPts val="0"/>
              </a:spcAft>
              <a:buSzPct val="70000"/>
              <a:buNone/>
            </a:pPr>
            <a:r>
              <a:t/>
            </a:r>
            <a:endParaRPr/>
          </a:p>
          <a:p>
            <a:pPr indent="-306000" lvl="0" marL="342900" rtl="0" algn="l">
              <a:spcBef>
                <a:spcPts val="970"/>
              </a:spcBef>
              <a:spcAft>
                <a:spcPts val="0"/>
              </a:spcAft>
              <a:buSzPct val="70000"/>
              <a:buChar char="◈"/>
            </a:pPr>
            <a:r>
              <a:rPr lang="nl-NL"/>
              <a:t>Total Cost of Ownership:				€8,628,019</a:t>
            </a:r>
            <a:endParaRPr/>
          </a:p>
          <a:p>
            <a:pPr indent="-306000" lvl="0" marL="342900" rtl="0" algn="l">
              <a:spcBef>
                <a:spcPts val="970"/>
              </a:spcBef>
              <a:spcAft>
                <a:spcPts val="0"/>
              </a:spcAft>
              <a:buSzPct val="70000"/>
              <a:buChar char="◈"/>
            </a:pPr>
            <a:r>
              <a:rPr lang="nl-NL"/>
              <a:t>TCO ($/kWh):						$1,733</a:t>
            </a:r>
            <a:endParaRPr/>
          </a:p>
          <a:p>
            <a:pPr indent="-306000" lvl="0" marL="342900" rtl="0" algn="l">
              <a:spcBef>
                <a:spcPts val="970"/>
              </a:spcBef>
              <a:spcAft>
                <a:spcPts val="0"/>
              </a:spcAft>
              <a:buSzPct val="70000"/>
              <a:buChar char="◈"/>
            </a:pPr>
            <a:r>
              <a:rPr lang="nl-NL"/>
              <a:t>TCO ($/kW):							$2,599</a:t>
            </a:r>
            <a:endParaRPr/>
          </a:p>
          <a:p>
            <a:pPr indent="-223767" lvl="0" marL="342900" rtl="0" algn="l">
              <a:spcBef>
                <a:spcPts val="970"/>
              </a:spcBef>
              <a:spcAft>
                <a:spcPts val="0"/>
              </a:spcAft>
              <a:buSzPct val="7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3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8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388" name="Google Shape;388;p37"/>
          <p:cNvSpPr/>
          <p:nvPr/>
        </p:nvSpPr>
        <p:spPr>
          <a:xfrm>
            <a:off x="461331" y="480060"/>
            <a:ext cx="4180332" cy="2788074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B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pic>
        <p:nvPicPr>
          <p:cNvPr descr="Chart, bar chart&#10;&#10;Description automatically generated" id="389" name="Google Shape;389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2549" y="726767"/>
            <a:ext cx="3854945" cy="2309053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37"/>
          <p:cNvSpPr/>
          <p:nvPr/>
        </p:nvSpPr>
        <p:spPr>
          <a:xfrm>
            <a:off x="461331" y="3603670"/>
            <a:ext cx="4180332" cy="2788074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B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pic>
        <p:nvPicPr>
          <p:cNvPr id="391" name="Google Shape;391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2549" y="4400507"/>
            <a:ext cx="3854945" cy="1167005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37"/>
          <p:cNvSpPr/>
          <p:nvPr/>
        </p:nvSpPr>
        <p:spPr>
          <a:xfrm>
            <a:off x="4980596" y="487090"/>
            <a:ext cx="6741849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pic>
        <p:nvPicPr>
          <p:cNvPr descr="Chart, pie chart&#10;&#10;Description automatically generated" id="393" name="Google Shape;393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44764" y="1424865"/>
            <a:ext cx="6410084" cy="40223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8"/>
          <p:cNvSpPr txBox="1"/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Lustria"/>
              <a:buNone/>
            </a:pPr>
            <a:r>
              <a:rPr lang="nl-NL"/>
              <a:t>Discussie &amp; Conslusie</a:t>
            </a:r>
            <a:endParaRPr/>
          </a:p>
        </p:txBody>
      </p:sp>
      <p:sp>
        <p:nvSpPr>
          <p:cNvPr id="399" name="Google Shape;399;p38"/>
          <p:cNvSpPr txBox="1"/>
          <p:nvPr>
            <p:ph idx="1" type="body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06000" lvl="0" marL="342900" rtl="0" algn="l">
              <a:spcBef>
                <a:spcPts val="0"/>
              </a:spcBef>
              <a:spcAft>
                <a:spcPts val="0"/>
              </a:spcAft>
              <a:buSzPts val="1400"/>
              <a:buChar char="◈"/>
            </a:pPr>
            <a:r>
              <a:rPr lang="nl-NL"/>
              <a:t>Kritieke parameters:</a:t>
            </a:r>
            <a:endParaRPr/>
          </a:p>
          <a:p>
            <a:pPr indent="-270000" lvl="1" marL="720000" rtl="0" algn="l">
              <a:spcBef>
                <a:spcPts val="960"/>
              </a:spcBef>
              <a:spcAft>
                <a:spcPts val="0"/>
              </a:spcAft>
              <a:buSzPts val="1260"/>
              <a:buChar char="🞚"/>
            </a:pPr>
            <a:r>
              <a:rPr lang="nl-NL"/>
              <a:t>Volume capacity</a:t>
            </a:r>
            <a:endParaRPr/>
          </a:p>
          <a:p>
            <a:pPr indent="-270000" lvl="1" marL="720000" rtl="0" algn="l">
              <a:spcBef>
                <a:spcPts val="960"/>
              </a:spcBef>
              <a:spcAft>
                <a:spcPts val="0"/>
              </a:spcAft>
              <a:buSzPts val="1260"/>
              <a:buChar char="🞚"/>
            </a:pPr>
            <a:r>
              <a:rPr lang="nl-NL"/>
              <a:t>Power capacity</a:t>
            </a:r>
            <a:endParaRPr/>
          </a:p>
          <a:p>
            <a:pPr indent="-270000" lvl="1" marL="720000" rtl="0" algn="l">
              <a:spcBef>
                <a:spcPts val="960"/>
              </a:spcBef>
              <a:spcAft>
                <a:spcPts val="0"/>
              </a:spcAft>
              <a:buSzPts val="1260"/>
              <a:buChar char="🞚"/>
            </a:pPr>
            <a:r>
              <a:rPr lang="nl-NL"/>
              <a:t>Economies of Scale</a:t>
            </a:r>
            <a:endParaRPr/>
          </a:p>
          <a:p>
            <a:pPr indent="-306000" lvl="0" marL="342900" rtl="0" algn="l">
              <a:spcBef>
                <a:spcPts val="1000"/>
              </a:spcBef>
              <a:spcAft>
                <a:spcPts val="0"/>
              </a:spcAft>
              <a:buSzPts val="1400"/>
              <a:buChar char="◈"/>
            </a:pPr>
            <a:r>
              <a:rPr lang="nl-NL"/>
              <a:t>Kritieke kostencategorie 🡪 Procurement</a:t>
            </a:r>
            <a:endParaRPr/>
          </a:p>
          <a:p>
            <a:pPr indent="-270000" lvl="1" marL="720000" rtl="0" algn="l">
              <a:spcBef>
                <a:spcPts val="960"/>
              </a:spcBef>
              <a:spcAft>
                <a:spcPts val="0"/>
              </a:spcAft>
              <a:buSzPts val="1260"/>
              <a:buChar char="🞚"/>
            </a:pPr>
            <a:r>
              <a:rPr lang="nl-NL"/>
              <a:t>--Version 1--</a:t>
            </a:r>
            <a:r>
              <a:rPr lang="nl-NL"/>
              <a:t>: 59% totaal</a:t>
            </a:r>
            <a:endParaRPr/>
          </a:p>
          <a:p>
            <a:pPr indent="-270000" lvl="1" marL="720000" rtl="0" algn="l">
              <a:spcBef>
                <a:spcPts val="960"/>
              </a:spcBef>
              <a:spcAft>
                <a:spcPts val="0"/>
              </a:spcAft>
              <a:buSzPts val="1260"/>
              <a:buChar char="🞚"/>
            </a:pPr>
            <a:r>
              <a:rPr lang="nl-NL"/>
              <a:t>--Version 2--</a:t>
            </a:r>
            <a:r>
              <a:rPr lang="nl-NL"/>
              <a:t>: 59% totaal</a:t>
            </a:r>
            <a:endParaRPr/>
          </a:p>
          <a:p>
            <a:pPr indent="-306000" lvl="0" marL="342900" rtl="0" algn="l">
              <a:spcBef>
                <a:spcPts val="1000"/>
              </a:spcBef>
              <a:spcAft>
                <a:spcPts val="0"/>
              </a:spcAft>
              <a:buSzPts val="1400"/>
              <a:buChar char="◈"/>
            </a:pPr>
            <a:r>
              <a:rPr lang="nl-NL"/>
              <a:t>Kritieke kostencategorie 🡪 Installatie</a:t>
            </a:r>
            <a:endParaRPr/>
          </a:p>
          <a:p>
            <a:pPr indent="-270000" lvl="1" marL="720000" rtl="0" algn="l">
              <a:spcBef>
                <a:spcPts val="960"/>
              </a:spcBef>
              <a:spcAft>
                <a:spcPts val="0"/>
              </a:spcAft>
              <a:buSzPts val="1260"/>
              <a:buChar char="🞚"/>
            </a:pPr>
            <a:r>
              <a:rPr lang="nl-NL"/>
              <a:t>--Version 1--</a:t>
            </a:r>
            <a:r>
              <a:rPr lang="nl-NL"/>
              <a:t>: 22% totaal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3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405" name="Google Shape;405;p39"/>
          <p:cNvSpPr txBox="1"/>
          <p:nvPr>
            <p:ph idx="1" type="body"/>
          </p:nvPr>
        </p:nvSpPr>
        <p:spPr>
          <a:xfrm>
            <a:off x="913795" y="687989"/>
            <a:ext cx="3610079" cy="5526544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06000" lvl="0" marL="342900" rtl="0" algn="l">
              <a:spcBef>
                <a:spcPts val="0"/>
              </a:spcBef>
              <a:spcAft>
                <a:spcPts val="0"/>
              </a:spcAft>
              <a:buSzPct val="70000"/>
              <a:buChar char="◈"/>
            </a:pPr>
            <a:r>
              <a:rPr lang="nl-NL" sz="1600">
                <a:solidFill>
                  <a:srgbClr val="DADADA"/>
                </a:solidFill>
              </a:rPr>
              <a:t>--Version 1--</a:t>
            </a:r>
            <a:r>
              <a:rPr lang="nl-NL" sz="1600">
                <a:solidFill>
                  <a:srgbClr val="DADADA"/>
                </a:solidFill>
              </a:rPr>
              <a:t> design</a:t>
            </a:r>
            <a:endParaRPr/>
          </a:p>
          <a:p>
            <a:pPr indent="-270000" lvl="1" marL="720000" rtl="0" algn="l">
              <a:spcBef>
                <a:spcPts val="859"/>
              </a:spcBef>
              <a:spcAft>
                <a:spcPts val="0"/>
              </a:spcAft>
              <a:buSzPct val="70000"/>
              <a:buChar char="🞚"/>
            </a:pPr>
            <a:r>
              <a:rPr lang="nl-NL" sz="1400">
                <a:solidFill>
                  <a:srgbClr val="DADADA"/>
                </a:solidFill>
              </a:rPr>
              <a:t>TCO ($/kWh): 		$1,036</a:t>
            </a:r>
            <a:endParaRPr/>
          </a:p>
          <a:p>
            <a:pPr indent="-270000" lvl="1" marL="720000" rtl="0" algn="l">
              <a:spcBef>
                <a:spcPts val="859"/>
              </a:spcBef>
              <a:spcAft>
                <a:spcPts val="0"/>
              </a:spcAft>
              <a:buSzPct val="70000"/>
              <a:buChar char="🞚"/>
            </a:pPr>
            <a:r>
              <a:rPr lang="nl-NL" sz="1400">
                <a:solidFill>
                  <a:srgbClr val="DADADA"/>
                </a:solidFill>
              </a:rPr>
              <a:t>TCO ($/kW):			$1,554</a:t>
            </a:r>
            <a:endParaRPr sz="1400">
              <a:solidFill>
                <a:srgbClr val="DADADA"/>
              </a:solidFill>
            </a:endParaRPr>
          </a:p>
          <a:p>
            <a:pPr indent="-270000" lvl="1" marL="720000" rtl="0" algn="l">
              <a:spcBef>
                <a:spcPts val="859"/>
              </a:spcBef>
              <a:spcAft>
                <a:spcPts val="0"/>
              </a:spcAft>
              <a:buSzPct val="70000"/>
              <a:buChar char="🞚"/>
            </a:pPr>
            <a:r>
              <a:rPr lang="nl-NL" sz="1400">
                <a:solidFill>
                  <a:srgbClr val="DADADA"/>
                </a:solidFill>
              </a:rPr>
              <a:t>CAPEX ($/kWh):		$618</a:t>
            </a:r>
            <a:endParaRPr/>
          </a:p>
          <a:p>
            <a:pPr indent="-270000" lvl="1" marL="720000" rtl="0" algn="l">
              <a:spcBef>
                <a:spcPts val="859"/>
              </a:spcBef>
              <a:spcAft>
                <a:spcPts val="0"/>
              </a:spcAft>
              <a:buSzPct val="70000"/>
              <a:buChar char="🞚"/>
            </a:pPr>
            <a:r>
              <a:rPr lang="nl-NL" sz="1400">
                <a:solidFill>
                  <a:srgbClr val="DADADA"/>
                </a:solidFill>
              </a:rPr>
              <a:t>CAPEX ($/kW):		$927</a:t>
            </a:r>
            <a:endParaRPr/>
          </a:p>
          <a:p>
            <a:pPr indent="-270000" lvl="1" marL="720000" rtl="0" algn="l">
              <a:spcBef>
                <a:spcPts val="859"/>
              </a:spcBef>
              <a:spcAft>
                <a:spcPts val="0"/>
              </a:spcAft>
              <a:buSzPct val="70000"/>
              <a:buChar char="🞚"/>
            </a:pPr>
            <a:r>
              <a:rPr lang="nl-NL" sz="1400">
                <a:solidFill>
                  <a:srgbClr val="DADADA"/>
                </a:solidFill>
              </a:rPr>
              <a:t>OPEX (%):			5%</a:t>
            </a:r>
            <a:endParaRPr/>
          </a:p>
          <a:p>
            <a:pPr indent="-306000" lvl="0" marL="342900" rtl="0" algn="l">
              <a:spcBef>
                <a:spcPts val="896"/>
              </a:spcBef>
              <a:spcAft>
                <a:spcPts val="0"/>
              </a:spcAft>
              <a:buSzPct val="70000"/>
              <a:buChar char="◈"/>
            </a:pPr>
            <a:r>
              <a:rPr lang="nl-NL" sz="1600">
                <a:solidFill>
                  <a:srgbClr val="DADADA"/>
                </a:solidFill>
              </a:rPr>
              <a:t>--Version 2--</a:t>
            </a:r>
            <a:r>
              <a:rPr lang="nl-NL" sz="1600">
                <a:solidFill>
                  <a:srgbClr val="DADADA"/>
                </a:solidFill>
              </a:rPr>
              <a:t> design</a:t>
            </a:r>
            <a:endParaRPr/>
          </a:p>
          <a:p>
            <a:pPr indent="-270000" lvl="1" marL="720000" rtl="0" algn="l">
              <a:spcBef>
                <a:spcPts val="859"/>
              </a:spcBef>
              <a:spcAft>
                <a:spcPts val="0"/>
              </a:spcAft>
              <a:buSzPct val="70000"/>
              <a:buChar char="🞚"/>
            </a:pPr>
            <a:r>
              <a:rPr lang="nl-NL" sz="1400">
                <a:solidFill>
                  <a:srgbClr val="DADADA"/>
                </a:solidFill>
              </a:rPr>
              <a:t>TCO ($/kWh):		$1,733</a:t>
            </a:r>
            <a:endParaRPr/>
          </a:p>
          <a:p>
            <a:pPr indent="-270000" lvl="1" marL="720000" rtl="0" algn="l">
              <a:spcBef>
                <a:spcPts val="859"/>
              </a:spcBef>
              <a:spcAft>
                <a:spcPts val="0"/>
              </a:spcAft>
              <a:buSzPct val="70000"/>
              <a:buChar char="🞚"/>
            </a:pPr>
            <a:r>
              <a:rPr lang="nl-NL" sz="1400">
                <a:solidFill>
                  <a:srgbClr val="DADADA"/>
                </a:solidFill>
              </a:rPr>
              <a:t>TCO ($/kW):			$2,599</a:t>
            </a:r>
            <a:endParaRPr sz="1400">
              <a:solidFill>
                <a:srgbClr val="DADADA"/>
              </a:solidFill>
            </a:endParaRPr>
          </a:p>
          <a:p>
            <a:pPr indent="-270000" lvl="1" marL="720000" rtl="0" algn="l">
              <a:spcBef>
                <a:spcPts val="859"/>
              </a:spcBef>
              <a:spcAft>
                <a:spcPts val="0"/>
              </a:spcAft>
              <a:buSzPct val="70000"/>
              <a:buChar char="🞚"/>
            </a:pPr>
            <a:r>
              <a:rPr lang="nl-NL" sz="1400">
                <a:solidFill>
                  <a:srgbClr val="DADADA"/>
                </a:solidFill>
              </a:rPr>
              <a:t>CAPEX ($/kWh):		$1,431</a:t>
            </a:r>
            <a:endParaRPr/>
          </a:p>
          <a:p>
            <a:pPr indent="-270000" lvl="1" marL="720000" rtl="0" algn="l">
              <a:spcBef>
                <a:spcPts val="859"/>
              </a:spcBef>
              <a:spcAft>
                <a:spcPts val="0"/>
              </a:spcAft>
              <a:buSzPct val="70000"/>
              <a:buChar char="🞚"/>
            </a:pPr>
            <a:r>
              <a:rPr lang="nl-NL" sz="1400">
                <a:solidFill>
                  <a:srgbClr val="DADADA"/>
                </a:solidFill>
              </a:rPr>
              <a:t>CAPEX ($/kW):		$2,147</a:t>
            </a:r>
            <a:endParaRPr/>
          </a:p>
          <a:p>
            <a:pPr indent="-270000" lvl="1" marL="720000" rtl="0" algn="l">
              <a:spcBef>
                <a:spcPts val="859"/>
              </a:spcBef>
              <a:spcAft>
                <a:spcPts val="0"/>
              </a:spcAft>
              <a:buSzPct val="70000"/>
              <a:buChar char="🞚"/>
            </a:pPr>
            <a:r>
              <a:rPr lang="nl-NL" sz="1400">
                <a:solidFill>
                  <a:srgbClr val="DADADA"/>
                </a:solidFill>
              </a:rPr>
              <a:t>OPEX (%):			3%</a:t>
            </a:r>
            <a:endParaRPr/>
          </a:p>
          <a:p>
            <a:pPr indent="-306000" lvl="0" marL="342900" rtl="0" algn="l">
              <a:spcBef>
                <a:spcPts val="896"/>
              </a:spcBef>
              <a:spcAft>
                <a:spcPts val="0"/>
              </a:spcAft>
              <a:buSzPct val="70000"/>
              <a:buChar char="◈"/>
            </a:pPr>
            <a:r>
              <a:rPr lang="nl-NL" sz="1600">
                <a:solidFill>
                  <a:srgbClr val="DADADA"/>
                </a:solidFill>
              </a:rPr>
              <a:t>Toekomstig onderzoek </a:t>
            </a:r>
            <a:r>
              <a:rPr lang="nl-NL" sz="1600">
                <a:solidFill>
                  <a:srgbClr val="DADADA"/>
                </a:solidFill>
              </a:rPr>
              <a:t>--Company--</a:t>
            </a:r>
            <a:endParaRPr/>
          </a:p>
          <a:p>
            <a:pPr indent="-270000" lvl="1" marL="720000" rtl="0" algn="l">
              <a:spcBef>
                <a:spcPts val="859"/>
              </a:spcBef>
              <a:spcAft>
                <a:spcPts val="0"/>
              </a:spcAft>
              <a:buSzPct val="70000"/>
              <a:buChar char="🞚"/>
            </a:pPr>
            <a:r>
              <a:rPr lang="nl-NL" sz="1400">
                <a:solidFill>
                  <a:srgbClr val="DADADA"/>
                </a:solidFill>
              </a:rPr>
              <a:t>Simulatie Maintenance</a:t>
            </a:r>
            <a:endParaRPr/>
          </a:p>
          <a:p>
            <a:pPr indent="-270000" lvl="1" marL="720000" rtl="0" algn="l">
              <a:spcBef>
                <a:spcPts val="859"/>
              </a:spcBef>
              <a:spcAft>
                <a:spcPts val="0"/>
              </a:spcAft>
              <a:buSzPct val="70000"/>
              <a:buChar char="🞚"/>
            </a:pPr>
            <a:r>
              <a:rPr lang="nl-NL" sz="1400">
                <a:solidFill>
                  <a:srgbClr val="DADADA"/>
                </a:solidFill>
              </a:rPr>
              <a:t>Toepassen onderzoek Emilija Lazdanaitė</a:t>
            </a:r>
            <a:endParaRPr sz="1400">
              <a:solidFill>
                <a:srgbClr val="DADADA"/>
              </a:solidFill>
            </a:endParaRPr>
          </a:p>
          <a:p>
            <a:pPr indent="-270000" lvl="1" marL="720000" rtl="0" algn="l">
              <a:spcBef>
                <a:spcPts val="859"/>
              </a:spcBef>
              <a:spcAft>
                <a:spcPts val="0"/>
              </a:spcAft>
              <a:buSzPct val="70000"/>
              <a:buChar char="🞚"/>
            </a:pPr>
            <a:r>
              <a:rPr lang="nl-NL" sz="1400">
                <a:solidFill>
                  <a:srgbClr val="DADADA"/>
                </a:solidFill>
              </a:rPr>
              <a:t>Inventory management</a:t>
            </a:r>
            <a:endParaRPr sz="1400">
              <a:solidFill>
                <a:srgbClr val="DADADA"/>
              </a:solidFill>
            </a:endParaRPr>
          </a:p>
          <a:p>
            <a:pPr indent="-212437" lvl="1" marL="720000" rtl="0" algn="l">
              <a:spcBef>
                <a:spcPts val="859"/>
              </a:spcBef>
              <a:spcAft>
                <a:spcPts val="0"/>
              </a:spcAft>
              <a:buSzPct val="70000"/>
              <a:buNone/>
            </a:pPr>
            <a:r>
              <a:t/>
            </a:r>
            <a:endParaRPr sz="1400">
              <a:solidFill>
                <a:srgbClr val="DADADA"/>
              </a:solidFill>
            </a:endParaRPr>
          </a:p>
          <a:p>
            <a:pPr indent="-212437" lvl="1" marL="720000" rtl="0" algn="l">
              <a:spcBef>
                <a:spcPts val="859"/>
              </a:spcBef>
              <a:spcAft>
                <a:spcPts val="0"/>
              </a:spcAft>
              <a:buSzPct val="70000"/>
              <a:buNone/>
            </a:pPr>
            <a:r>
              <a:t/>
            </a:r>
            <a:endParaRPr sz="1400">
              <a:solidFill>
                <a:srgbClr val="DADADA"/>
              </a:solidFill>
            </a:endParaRPr>
          </a:p>
          <a:p>
            <a:pPr indent="-212437" lvl="1" marL="720000" rtl="0" algn="l">
              <a:spcBef>
                <a:spcPts val="859"/>
              </a:spcBef>
              <a:spcAft>
                <a:spcPts val="0"/>
              </a:spcAft>
              <a:buSzPct val="70000"/>
              <a:buNone/>
            </a:pPr>
            <a:r>
              <a:t/>
            </a:r>
            <a:endParaRPr sz="1400">
              <a:solidFill>
                <a:srgbClr val="DADADA"/>
              </a:solidFill>
            </a:endParaRPr>
          </a:p>
        </p:txBody>
      </p:sp>
      <p:pic>
        <p:nvPicPr>
          <p:cNvPr descr="Table&#10;&#10;Description automatically generated" id="406" name="Google Shape;406;p39"/>
          <p:cNvPicPr preferRelativeResize="0"/>
          <p:nvPr/>
        </p:nvPicPr>
        <p:blipFill rotWithShape="1">
          <a:blip r:embed="rId4">
            <a:alphaModFix/>
          </a:blip>
          <a:srcRect b="1925" l="4039" r="3448" t="8772"/>
          <a:stretch/>
        </p:blipFill>
        <p:spPr>
          <a:xfrm>
            <a:off x="4906339" y="687989"/>
            <a:ext cx="6642193" cy="54820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40"/>
          <p:cNvSpPr txBox="1"/>
          <p:nvPr>
            <p:ph type="title"/>
          </p:nvPr>
        </p:nvSpPr>
        <p:spPr>
          <a:xfrm>
            <a:off x="1295401" y="1761067"/>
            <a:ext cx="9590550" cy="1828813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Lustria"/>
              <a:buNone/>
            </a:pPr>
            <a:r>
              <a:rPr lang="nl-NL"/>
              <a:t>EINDE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000000"/>
      </a:dk1>
      <a:lt1>
        <a:srgbClr val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000000"/>
      </a:dk1>
      <a:lt1>
        <a:srgbClr val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2021-07-08T15:59:59Z</dcterms:created>
  <dc:creator>Michiel Tognini</dc:creator>
</cp:coreProperties>
</file>